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</p:sldMasterIdLst>
  <p:notesMasterIdLst>
    <p:notesMasterId r:id="rId22"/>
  </p:notesMasterIdLst>
  <p:handoutMasterIdLst>
    <p:handoutMasterId r:id="rId23"/>
  </p:handoutMasterIdLst>
  <p:sldIdLst>
    <p:sldId id="292" r:id="rId5"/>
    <p:sldId id="293" r:id="rId6"/>
    <p:sldId id="285" r:id="rId7"/>
    <p:sldId id="276" r:id="rId8"/>
    <p:sldId id="278" r:id="rId9"/>
    <p:sldId id="287" r:id="rId10"/>
    <p:sldId id="288" r:id="rId11"/>
    <p:sldId id="289" r:id="rId12"/>
    <p:sldId id="260" r:id="rId13"/>
    <p:sldId id="291" r:id="rId14"/>
    <p:sldId id="281" r:id="rId15"/>
    <p:sldId id="261" r:id="rId16"/>
    <p:sldId id="262" r:id="rId17"/>
    <p:sldId id="275" r:id="rId18"/>
    <p:sldId id="264" r:id="rId19"/>
    <p:sldId id="274" r:id="rId20"/>
    <p:sldId id="273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44">
          <p15:clr>
            <a:srgbClr val="A4A3A4"/>
          </p15:clr>
        </p15:guide>
        <p15:guide id="2" orient="horz" pos="2898">
          <p15:clr>
            <a:srgbClr val="A4A3A4"/>
          </p15:clr>
        </p15:guide>
        <p15:guide id="3" orient="horz" pos="2412">
          <p15:clr>
            <a:srgbClr val="A4A3A4"/>
          </p15:clr>
        </p15:guide>
        <p15:guide id="4" orient="horz" pos="3196">
          <p15:clr>
            <a:srgbClr val="A4A3A4"/>
          </p15:clr>
        </p15:guide>
        <p15:guide id="5" orient="horz" pos="1350">
          <p15:clr>
            <a:srgbClr val="A4A3A4"/>
          </p15:clr>
        </p15:guide>
        <p15:guide id="6" orient="horz" pos="1378">
          <p15:clr>
            <a:srgbClr val="A4A3A4"/>
          </p15:clr>
        </p15:guide>
        <p15:guide id="7" orient="horz" pos="2078">
          <p15:clr>
            <a:srgbClr val="A4A3A4"/>
          </p15:clr>
        </p15:guide>
        <p15:guide id="8" orient="horz" pos="125">
          <p15:clr>
            <a:srgbClr val="A4A3A4"/>
          </p15:clr>
        </p15:guide>
        <p15:guide id="9" orient="horz" pos="2106">
          <p15:clr>
            <a:srgbClr val="A4A3A4"/>
          </p15:clr>
        </p15:guide>
        <p15:guide id="10" orient="horz" pos="2859">
          <p15:clr>
            <a:srgbClr val="A4A3A4"/>
          </p15:clr>
        </p15:guide>
        <p15:guide id="11" pos="960">
          <p15:clr>
            <a:srgbClr val="A4A3A4"/>
          </p15:clr>
        </p15:guide>
        <p15:guide id="12" pos="1755">
          <p15:clr>
            <a:srgbClr val="A4A3A4"/>
          </p15:clr>
        </p15:guide>
        <p15:guide id="13" pos="2883">
          <p15:clr>
            <a:srgbClr val="A4A3A4"/>
          </p15:clr>
        </p15:guide>
        <p15:guide id="14" pos="2519">
          <p15:clr>
            <a:srgbClr val="A4A3A4"/>
          </p15:clr>
        </p15:guide>
        <p15:guide id="15" pos="4790">
          <p15:clr>
            <a:srgbClr val="A4A3A4"/>
          </p15:clr>
        </p15:guide>
        <p15:guide id="16" pos="2487">
          <p15:clr>
            <a:srgbClr val="A4A3A4"/>
          </p15:clr>
        </p15:guide>
        <p15:guide id="17" pos="1722">
          <p15:clr>
            <a:srgbClr val="A4A3A4"/>
          </p15:clr>
        </p15:guide>
        <p15:guide id="18" pos="987">
          <p15:clr>
            <a:srgbClr val="A4A3A4"/>
          </p15:clr>
        </p15:guide>
        <p15:guide id="19" pos="4818">
          <p15:clr>
            <a:srgbClr val="A4A3A4"/>
          </p15:clr>
        </p15:guide>
        <p15:guide id="20" pos="3257">
          <p15:clr>
            <a:srgbClr val="A4A3A4"/>
          </p15:clr>
        </p15:guide>
        <p15:guide id="21">
          <p15:clr>
            <a:srgbClr val="A4A3A4"/>
          </p15:clr>
        </p15:guide>
        <p15:guide id="22" pos="3285">
          <p15:clr>
            <a:srgbClr val="A4A3A4"/>
          </p15:clr>
        </p15:guide>
        <p15:guide id="23" pos="4022">
          <p15:clr>
            <a:srgbClr val="A4A3A4"/>
          </p15:clr>
        </p15:guide>
        <p15:guide id="24" pos="4053">
          <p15:clr>
            <a:srgbClr val="A4A3A4"/>
          </p15:clr>
        </p15:guide>
        <p15:guide id="25" pos="5544">
          <p15:clr>
            <a:srgbClr val="A4A3A4"/>
          </p15:clr>
        </p15:guide>
        <p15:guide id="26" pos="220">
          <p15:clr>
            <a:srgbClr val="A4A3A4"/>
          </p15:clr>
        </p15:guide>
        <p15:guide id="27" pos="348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talano, Alec" initials="" lastIdx="23" clrIdx="0"/>
  <p:cmAuthor id="1" name="Alec Catalano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B100"/>
    <a:srgbClr val="232F3E"/>
    <a:srgbClr val="595A5D"/>
    <a:srgbClr val="006D8F"/>
    <a:srgbClr val="FAAF00"/>
    <a:srgbClr val="414042"/>
    <a:srgbClr val="DCDCDC"/>
    <a:srgbClr val="4F81BD"/>
    <a:srgbClr val="0C9B2E"/>
    <a:srgbClr val="FFFA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76" autoAdjust="0"/>
    <p:restoredTop sz="86418" autoAdjust="0"/>
  </p:normalViewPr>
  <p:slideViewPr>
    <p:cSldViewPr snapToGrid="0" showGuides="1">
      <p:cViewPr varScale="1">
        <p:scale>
          <a:sx n="88" d="100"/>
          <a:sy n="88" d="100"/>
        </p:scale>
        <p:origin x="1026" y="96"/>
      </p:cViewPr>
      <p:guideLst>
        <p:guide orient="horz" pos="644"/>
        <p:guide orient="horz" pos="2898"/>
        <p:guide orient="horz" pos="2412"/>
        <p:guide orient="horz" pos="3196"/>
        <p:guide orient="horz" pos="1350"/>
        <p:guide orient="horz" pos="1378"/>
        <p:guide orient="horz" pos="2078"/>
        <p:guide orient="horz" pos="125"/>
        <p:guide orient="horz" pos="2106"/>
        <p:guide orient="horz" pos="2859"/>
        <p:guide pos="960"/>
        <p:guide pos="1755"/>
        <p:guide pos="2883"/>
        <p:guide pos="2519"/>
        <p:guide pos="4790"/>
        <p:guide pos="2487"/>
        <p:guide pos="1722"/>
        <p:guide pos="987"/>
        <p:guide pos="4818"/>
        <p:guide pos="3257"/>
        <p:guide/>
        <p:guide pos="3285"/>
        <p:guide pos="4022"/>
        <p:guide pos="4053"/>
        <p:guide pos="5544"/>
        <p:guide pos="220"/>
        <p:guide pos="34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2DE7DF-5EEA-3D47-81E5-5D57FBEEB387}" type="datetimeFigureOut">
              <a:rPr lang="en-US" smtClean="0"/>
              <a:t>9/28/2021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DF832D-DEEF-7145-817A-C3DBA937A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494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fld id="{0B25AC41-3BEC-9247-8322-91B80C013F2D}" type="datetimeFigureOut">
              <a:rPr lang="en-US" smtClean="0"/>
              <a:pPr/>
              <a:t>9/28/2021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69C3F2ED-74C5-7D4F-8560-0CC253E9A43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536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769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64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10896" y="2396066"/>
            <a:ext cx="5175504" cy="744537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4000" b="0" i="0" baseline="0">
                <a:solidFill>
                  <a:schemeClr val="bg1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308188" y="3140603"/>
            <a:ext cx="6041582" cy="487849"/>
          </a:xfrm>
        </p:spPr>
        <p:txBody>
          <a:bodyPr/>
          <a:lstStyle>
            <a:lvl1pPr marL="0" indent="0" algn="l">
              <a:buNone/>
              <a:defRPr sz="1000" b="1" i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531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896" y="2286000"/>
            <a:ext cx="8205304" cy="753533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10896" y="3039533"/>
            <a:ext cx="5372100" cy="500063"/>
          </a:xfrm>
        </p:spPr>
        <p:txBody>
          <a:bodyPr/>
          <a:lstStyle>
            <a:lvl1pPr>
              <a:defRPr sz="1000" b="1" i="0">
                <a:latin typeface="Amazon Ember" charset="0"/>
                <a:ea typeface="Amazon Ember" charset="0"/>
                <a:cs typeface="Amazon Ember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4756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19" y="1371600"/>
            <a:ext cx="7371081" cy="364066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742950" indent="-285750">
              <a:buFont typeface="Arial"/>
              <a:buChar char="•"/>
              <a:defRPr>
                <a:solidFill>
                  <a:schemeClr val="bg1"/>
                </a:solidFill>
              </a:defRPr>
            </a:lvl2pPr>
            <a:lvl3pPr marL="1143000" indent="-228600">
              <a:buFont typeface="Arial"/>
              <a:buChar char="•"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459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1052286"/>
            <a:ext cx="9144000" cy="40912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33976" y="1052286"/>
            <a:ext cx="8624147" cy="4043003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742950" indent="-285750">
              <a:buFont typeface="Arial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Font typeface="Arial"/>
              <a:buChar char="•"/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3001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19" y="965201"/>
            <a:ext cx="8624147" cy="404706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742950" indent="-285750">
              <a:buFont typeface="Arial"/>
              <a:buChar char="•"/>
              <a:defRPr>
                <a:solidFill>
                  <a:schemeClr val="bg1"/>
                </a:solidFill>
              </a:defRPr>
            </a:lvl2pPr>
            <a:lvl3pPr marL="1143000" indent="-228600">
              <a:buFont typeface="Arial"/>
              <a:buChar char="•"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560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nipp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274320" y="1320800"/>
            <a:ext cx="8607213" cy="3331534"/>
          </a:xfrm>
          <a:noFill/>
        </p:spPr>
        <p:txBody>
          <a:bodyPr/>
          <a:lstStyle>
            <a:lvl1pPr marL="0" indent="0">
              <a:buNone/>
              <a:defRPr lang="en-US" sz="1100">
                <a:solidFill>
                  <a:schemeClr val="bg1"/>
                </a:solidFill>
                <a:effectLst/>
                <a:latin typeface="Lucida Console" panose="020B0609040504020204" pitchFamily="49" charset="0"/>
              </a:defRPr>
            </a:lvl1pPr>
            <a:lvl2pPr marL="457200" indent="0">
              <a:buNone/>
              <a:defRPr>
                <a:latin typeface="Lucida Console" panose="020B0609040504020204" pitchFamily="49" charset="0"/>
              </a:defRPr>
            </a:lvl2pPr>
            <a:lvl3pPr marL="914400" indent="0">
              <a:buNone/>
              <a:defRPr>
                <a:latin typeface="Lucida Console" panose="020B0609040504020204" pitchFamily="49" charset="0"/>
              </a:defRPr>
            </a:lvl3pPr>
            <a:lvl4pPr marL="1371600" indent="0">
              <a:buNone/>
              <a:defRPr>
                <a:latin typeface="Lucida Console" panose="020B0609040504020204" pitchFamily="49" charset="0"/>
              </a:defRPr>
            </a:lvl4pPr>
            <a:lvl5pPr marL="1828800" indent="0">
              <a:buNone/>
              <a:defRPr>
                <a:latin typeface="Lucida Console" panose="020B0609040504020204" pitchFamily="49" charset="0"/>
              </a:defRPr>
            </a:lvl5pPr>
          </a:lstStyle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Syntax Test file for 68k Assembly code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Some comments about this file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.D0 00000000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MS 2100 00000002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MM 2000;DI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LEA.L $002100,A1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#2,-(A1)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BSR $00002050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MM 2050;DI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(A1)+,D1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(A1),D2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ADD.L D1,D2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D2,D0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RTS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968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1083191"/>
            <a:ext cx="9144000" cy="40603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274320" y="1083191"/>
            <a:ext cx="8607213" cy="3692515"/>
          </a:xfrm>
          <a:noFill/>
        </p:spPr>
        <p:txBody>
          <a:bodyPr/>
          <a:lstStyle>
            <a:lvl1pPr marL="0" indent="0">
              <a:buNone/>
              <a:defRPr lang="en-US" sz="1100">
                <a:solidFill>
                  <a:schemeClr val="tx1"/>
                </a:solidFill>
                <a:effectLst/>
                <a:latin typeface="Lucida Console" panose="020B0609040504020204" pitchFamily="49" charset="0"/>
              </a:defRPr>
            </a:lvl1pPr>
            <a:lvl2pPr marL="457200" indent="0">
              <a:buNone/>
              <a:defRPr>
                <a:latin typeface="Lucida Console" panose="020B0609040504020204" pitchFamily="49" charset="0"/>
              </a:defRPr>
            </a:lvl2pPr>
            <a:lvl3pPr marL="914400" indent="0">
              <a:buNone/>
              <a:defRPr>
                <a:latin typeface="Lucida Console" panose="020B0609040504020204" pitchFamily="49" charset="0"/>
              </a:defRPr>
            </a:lvl3pPr>
            <a:lvl4pPr marL="1371600" indent="0">
              <a:buNone/>
              <a:defRPr>
                <a:latin typeface="Lucida Console" panose="020B0609040504020204" pitchFamily="49" charset="0"/>
              </a:defRPr>
            </a:lvl4pPr>
            <a:lvl5pPr marL="1828800" indent="0">
              <a:buNone/>
              <a:defRPr>
                <a:latin typeface="Lucida Console" panose="020B0609040504020204" pitchFamily="49" charset="0"/>
              </a:defRPr>
            </a:lvl5pPr>
          </a:lstStyle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Syntax Test file for 68k Assembly code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Some comments about this file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.D0 00000000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MS 2100 00000002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MM 2000;DI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LEA.L $002100,A1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#2,-(A1)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BSR $00002050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MM 2050;DI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(A1)+,D1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(A1),D2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ADD.L D1,D2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D2,D0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RTS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174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836341"/>
            <a:ext cx="9144000" cy="430715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274320" y="959819"/>
            <a:ext cx="8607213" cy="3692515"/>
          </a:xfrm>
          <a:noFill/>
        </p:spPr>
        <p:txBody>
          <a:bodyPr/>
          <a:lstStyle>
            <a:lvl1pPr marL="0" indent="0">
              <a:buNone/>
              <a:defRPr lang="en-US" sz="1100">
                <a:solidFill>
                  <a:schemeClr val="bg1"/>
                </a:solidFill>
                <a:effectLst/>
                <a:latin typeface="Lucida Console" panose="020B0609040504020204" pitchFamily="49" charset="0"/>
              </a:defRPr>
            </a:lvl1pPr>
            <a:lvl2pPr marL="457200" indent="0">
              <a:buNone/>
              <a:defRPr>
                <a:latin typeface="Lucida Console" panose="020B0609040504020204" pitchFamily="49" charset="0"/>
              </a:defRPr>
            </a:lvl2pPr>
            <a:lvl3pPr marL="914400" indent="0">
              <a:buNone/>
              <a:defRPr>
                <a:latin typeface="Lucida Console" panose="020B0609040504020204" pitchFamily="49" charset="0"/>
              </a:defRPr>
            </a:lvl3pPr>
            <a:lvl4pPr marL="1371600" indent="0">
              <a:buNone/>
              <a:defRPr>
                <a:latin typeface="Lucida Console" panose="020B0609040504020204" pitchFamily="49" charset="0"/>
              </a:defRPr>
            </a:lvl4pPr>
            <a:lvl5pPr marL="1828800" indent="0">
              <a:buNone/>
              <a:defRPr>
                <a:latin typeface="Lucida Console" panose="020B0609040504020204" pitchFamily="49" charset="0"/>
              </a:defRPr>
            </a:lvl5pPr>
          </a:lstStyle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Syntax Test file for 68k Assembly code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Some comments about this file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.D0 00000000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MS 2100 00000002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MM 2000;DI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LEA.L $002100,A1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#2,-(A1)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BSR $00002050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MM 2050;DI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(A1)+,D1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(A1),D2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ADD.L D1,D2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D2,D0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14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RTS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647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861" y="1969202"/>
            <a:ext cx="7772400" cy="930105"/>
          </a:xfrm>
          <a:prstGeom prst="rect">
            <a:avLst/>
          </a:prstGeom>
          <a:solidFill>
            <a:schemeClr val="tx1"/>
          </a:solidFill>
        </p:spPr>
        <p:txBody>
          <a:bodyPr anchor="ctr">
            <a:noAutofit/>
          </a:bodyPr>
          <a:lstStyle>
            <a:lvl1pPr algn="l">
              <a:defRPr sz="4000" b="0" i="0" cap="none">
                <a:solidFill>
                  <a:schemeClr val="bg1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837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9523" y="939800"/>
            <a:ext cx="4370210" cy="3708399"/>
          </a:xfrm>
        </p:spPr>
        <p:txBody>
          <a:bodyPr/>
          <a:lstStyle>
            <a:lvl1pPr>
              <a:defRPr sz="2200">
                <a:solidFill>
                  <a:srgbClr val="232F3E"/>
                </a:solidFill>
              </a:defRPr>
            </a:lvl1pPr>
            <a:lvl2pPr>
              <a:defRPr sz="2000">
                <a:solidFill>
                  <a:srgbClr val="232F3E"/>
                </a:solidFill>
              </a:defRPr>
            </a:lvl2pPr>
            <a:lvl3pPr>
              <a:defRPr sz="1600">
                <a:solidFill>
                  <a:srgbClr val="232F3E"/>
                </a:solidFill>
              </a:defRPr>
            </a:lvl3pPr>
            <a:lvl4pPr>
              <a:defRPr sz="1600">
                <a:solidFill>
                  <a:srgbClr val="232F3E"/>
                </a:solidFill>
              </a:defRPr>
            </a:lvl4pPr>
            <a:lvl5pPr>
              <a:defRPr sz="1600">
                <a:solidFill>
                  <a:srgbClr val="232F3E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0523" y="939800"/>
            <a:ext cx="4370210" cy="3708399"/>
          </a:xfrm>
        </p:spPr>
        <p:txBody>
          <a:bodyPr/>
          <a:lstStyle>
            <a:lvl1pPr>
              <a:defRPr sz="2200">
                <a:solidFill>
                  <a:srgbClr val="232F3E"/>
                </a:solidFill>
              </a:defRPr>
            </a:lvl1pPr>
            <a:lvl2pPr>
              <a:defRPr sz="2000">
                <a:solidFill>
                  <a:srgbClr val="232F3E"/>
                </a:solidFill>
              </a:defRPr>
            </a:lvl2pPr>
            <a:lvl3pPr>
              <a:defRPr sz="1600">
                <a:solidFill>
                  <a:srgbClr val="232F3E"/>
                </a:solidFill>
              </a:defRPr>
            </a:lvl3pPr>
            <a:lvl4pPr>
              <a:defRPr sz="1600">
                <a:solidFill>
                  <a:srgbClr val="232F3E"/>
                </a:solidFill>
              </a:defRPr>
            </a:lvl4pPr>
            <a:lvl5pPr>
              <a:defRPr sz="1600">
                <a:solidFill>
                  <a:srgbClr val="232F3E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33519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5278" y="939800"/>
            <a:ext cx="4187803" cy="47982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5278" y="1419621"/>
            <a:ext cx="4187803" cy="2963466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667" y="939800"/>
            <a:ext cx="4199466" cy="47982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/>
          <p:cNvSpPr>
            <a:spLocks noGrp="1"/>
          </p:cNvSpPr>
          <p:nvPr>
            <p:ph sz="quarter" idx="4"/>
          </p:nvPr>
        </p:nvSpPr>
        <p:spPr>
          <a:xfrm>
            <a:off x="4656667" y="1419621"/>
            <a:ext cx="4199466" cy="2963466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1287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4320" y="1011542"/>
            <a:ext cx="2715623" cy="339447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 marL="1371600" indent="0">
              <a:buNone/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10"/>
          </p:nvPr>
        </p:nvSpPr>
        <p:spPr>
          <a:xfrm>
            <a:off x="3156071" y="1011542"/>
            <a:ext cx="2715623" cy="339447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 marL="1371600" indent="0">
              <a:buNone/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1"/>
          </p:nvPr>
        </p:nvSpPr>
        <p:spPr>
          <a:xfrm>
            <a:off x="6037822" y="1011542"/>
            <a:ext cx="2715623" cy="339447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 marL="1371600" indent="0">
              <a:buNone/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826396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337742" y="3127084"/>
            <a:ext cx="1797050" cy="3409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1"/>
          </p:nvPr>
        </p:nvSpPr>
        <p:spPr>
          <a:xfrm>
            <a:off x="2496747" y="3127084"/>
            <a:ext cx="1797050" cy="3409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3"/>
          </p:nvPr>
        </p:nvSpPr>
        <p:spPr>
          <a:xfrm>
            <a:off x="4634585" y="3127084"/>
            <a:ext cx="1797050" cy="3409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5"/>
          </p:nvPr>
        </p:nvSpPr>
        <p:spPr>
          <a:xfrm>
            <a:off x="6990345" y="3127084"/>
            <a:ext cx="1797050" cy="3409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337742" y="1604354"/>
            <a:ext cx="1797050" cy="1344612"/>
          </a:xfrm>
          <a:ln>
            <a:noFill/>
          </a:ln>
        </p:spPr>
        <p:txBody>
          <a:bodyPr>
            <a:normAutofit/>
          </a:bodyPr>
          <a:lstStyle>
            <a:lvl1pPr algn="ctr">
              <a:defRPr sz="1000" b="1" i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2496747" y="1604354"/>
            <a:ext cx="1797050" cy="1344612"/>
          </a:xfrm>
          <a:ln>
            <a:noFill/>
          </a:ln>
        </p:spPr>
        <p:txBody>
          <a:bodyPr>
            <a:normAutofit/>
          </a:bodyPr>
          <a:lstStyle>
            <a:lvl1pPr algn="ctr">
              <a:defRPr sz="1000" b="1" i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4634585" y="1604354"/>
            <a:ext cx="1797050" cy="1344612"/>
          </a:xfrm>
          <a:ln>
            <a:noFill/>
          </a:ln>
        </p:spPr>
        <p:txBody>
          <a:bodyPr>
            <a:normAutofit/>
          </a:bodyPr>
          <a:lstStyle>
            <a:lvl1pPr algn="ctr">
              <a:defRPr sz="1000" b="1" i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6990345" y="1604354"/>
            <a:ext cx="1797050" cy="1344612"/>
          </a:xfrm>
          <a:ln>
            <a:noFill/>
          </a:ln>
        </p:spPr>
        <p:txBody>
          <a:bodyPr>
            <a:normAutofit/>
          </a:bodyPr>
          <a:lstStyle>
            <a:lvl1pPr algn="ctr">
              <a:defRPr sz="1000" b="1" i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505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- Graphic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98" y="2270435"/>
            <a:ext cx="1924050" cy="3409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1"/>
          </p:nvPr>
        </p:nvSpPr>
        <p:spPr>
          <a:xfrm>
            <a:off x="3436973" y="2270435"/>
            <a:ext cx="1924050" cy="3409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13"/>
          </p:nvPr>
        </p:nvSpPr>
        <p:spPr>
          <a:xfrm>
            <a:off x="6582639" y="2270435"/>
            <a:ext cx="1924050" cy="3409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15"/>
          </p:nvPr>
        </p:nvSpPr>
        <p:spPr>
          <a:xfrm>
            <a:off x="297598" y="4082178"/>
            <a:ext cx="1924050" cy="3409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17"/>
          </p:nvPr>
        </p:nvSpPr>
        <p:spPr>
          <a:xfrm>
            <a:off x="3436973" y="4082178"/>
            <a:ext cx="1924050" cy="3409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9"/>
          </p:nvPr>
        </p:nvSpPr>
        <p:spPr>
          <a:xfrm>
            <a:off x="6582639" y="4082178"/>
            <a:ext cx="1924050" cy="3409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297604" y="1046836"/>
            <a:ext cx="1924050" cy="1100667"/>
          </a:xfrm>
          <a:ln>
            <a:noFill/>
          </a:ln>
        </p:spPr>
        <p:txBody>
          <a:bodyPr>
            <a:normAutofit/>
          </a:bodyPr>
          <a:lstStyle>
            <a:lvl1pPr algn="ctr">
              <a:defRPr sz="1000" b="1" i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3436973" y="1046836"/>
            <a:ext cx="1924050" cy="1100667"/>
          </a:xfrm>
          <a:ln>
            <a:noFill/>
          </a:ln>
        </p:spPr>
        <p:txBody>
          <a:bodyPr>
            <a:normAutofit/>
          </a:bodyPr>
          <a:lstStyle>
            <a:lvl1pPr algn="ctr">
              <a:defRPr sz="1000" b="1" i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6582639" y="1046836"/>
            <a:ext cx="1924050" cy="1100667"/>
          </a:xfrm>
          <a:ln>
            <a:noFill/>
          </a:ln>
        </p:spPr>
        <p:txBody>
          <a:bodyPr>
            <a:normAutofit/>
          </a:bodyPr>
          <a:lstStyle>
            <a:lvl1pPr algn="ctr">
              <a:defRPr sz="1000" b="1" i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297604" y="2900910"/>
            <a:ext cx="1924050" cy="1100667"/>
          </a:xfrm>
          <a:ln>
            <a:noFill/>
          </a:ln>
        </p:spPr>
        <p:txBody>
          <a:bodyPr>
            <a:normAutofit/>
          </a:bodyPr>
          <a:lstStyle>
            <a:lvl1pPr algn="ctr">
              <a:defRPr sz="1000" b="1" i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3436973" y="2900910"/>
            <a:ext cx="1924050" cy="1100667"/>
          </a:xfrm>
          <a:ln>
            <a:noFill/>
          </a:ln>
        </p:spPr>
        <p:txBody>
          <a:bodyPr>
            <a:normAutofit/>
          </a:bodyPr>
          <a:lstStyle>
            <a:lvl1pPr algn="ctr">
              <a:defRPr sz="1000" b="1" i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6582639" y="2900910"/>
            <a:ext cx="1924050" cy="1100667"/>
          </a:xfrm>
          <a:ln>
            <a:noFill/>
          </a:ln>
        </p:spPr>
        <p:txBody>
          <a:bodyPr>
            <a:normAutofit/>
          </a:bodyPr>
          <a:lstStyle>
            <a:lvl1pPr algn="ctr">
              <a:defRPr sz="1000" b="1" i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3273093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329267"/>
            <a:ext cx="6248400" cy="3344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1871133" y="-753533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11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93" r:id="rId2"/>
    <p:sldLayoutId id="2147483676" r:id="rId3"/>
    <p:sldLayoutId id="2147483694" r:id="rId4"/>
    <p:sldLayoutId id="2147483695" r:id="rId5"/>
    <p:sldLayoutId id="2147483692" r:id="rId6"/>
    <p:sldLayoutId id="2147483696" r:id="rId7"/>
    <p:sldLayoutId id="2147483697" r:id="rId8"/>
    <p:sldLayoutId id="2147483677" r:id="rId9"/>
    <p:sldLayoutId id="2147483678" r:id="rId10"/>
    <p:sldLayoutId id="2147483679" r:id="rId11"/>
    <p:sldLayoutId id="2147483689" r:id="rId12"/>
    <p:sldLayoutId id="2147483690" r:id="rId13"/>
    <p:sldLayoutId id="2147483691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i="0" kern="1200" spc="0">
          <a:solidFill>
            <a:schemeClr val="bg1"/>
          </a:solidFill>
          <a:latin typeface="Amazon Ember Light" charset="0"/>
          <a:ea typeface="Amazon Ember Light" charset="0"/>
          <a:cs typeface="Amazon Ember Light" charset="0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Tx/>
        <a:buNone/>
        <a:defRPr sz="2000" b="0" i="0" kern="1200">
          <a:solidFill>
            <a:schemeClr val="bg1"/>
          </a:solidFill>
          <a:latin typeface="Amazon Ember Light" charset="0"/>
          <a:ea typeface="Amazon Ember Light" charset="0"/>
          <a:cs typeface="Amazon Ember Light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1600" b="0" i="0" kern="1200">
          <a:solidFill>
            <a:schemeClr val="bg1"/>
          </a:solidFill>
          <a:latin typeface="Amazon Ember Light" charset="0"/>
          <a:ea typeface="Amazon Ember Light" charset="0"/>
          <a:cs typeface="Amazon Ember Light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b="0" i="0" kern="1200">
          <a:solidFill>
            <a:schemeClr val="bg1"/>
          </a:solidFill>
          <a:latin typeface="Amazon Ember Light" charset="0"/>
          <a:ea typeface="Amazon Ember Light" charset="0"/>
          <a:cs typeface="Amazon Ember Light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chemeClr val="bg1"/>
          </a:solidFill>
          <a:latin typeface="Amazon Ember Light" charset="0"/>
          <a:ea typeface="Amazon Ember Light" charset="0"/>
          <a:cs typeface="Amazon Ember Light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b="0" i="0" kern="1200">
          <a:solidFill>
            <a:schemeClr val="bg1"/>
          </a:solidFill>
          <a:latin typeface="Amazon Ember Light" charset="0"/>
          <a:ea typeface="Amazon Ember Light" charset="0"/>
          <a:cs typeface="Amazon Ember Light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17898" y="2802468"/>
            <a:ext cx="2006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B100"/>
                </a:solidFill>
                <a:latin typeface="Amazon Ember" charset="0"/>
                <a:ea typeface="Amazon Ember" charset="0"/>
                <a:cs typeface="Amazon Ember" charset="0"/>
              </a:rPr>
              <a:t>PAKISTAN</a:t>
            </a:r>
            <a:endParaRPr lang="en-US" sz="1600" dirty="0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2688166" y="2987134"/>
            <a:ext cx="88053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5465229" y="2987134"/>
            <a:ext cx="88053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043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74134" y="1596526"/>
            <a:ext cx="3886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10:00 - 11:00 AM</a:t>
            </a:r>
          </a:p>
          <a:p>
            <a:r>
              <a:rPr lang="en-US" sz="12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	Open Source: What Works and What 	Doesn't</a:t>
            </a:r>
          </a:p>
          <a:p>
            <a:r>
              <a:rPr lang="en-US" sz="12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	Mike Barrett, Engineering Lead, Remind</a:t>
            </a:r>
          </a:p>
          <a:p>
            <a:r>
              <a:rPr lang="en-US" sz="1200" b="1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11:00 AM - 12:00 PM </a:t>
            </a:r>
          </a:p>
          <a:p>
            <a:r>
              <a:rPr lang="en-US" sz="12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	Security for Complex Networks on AWS</a:t>
            </a:r>
          </a:p>
          <a:p>
            <a:r>
              <a:rPr lang="en-US" sz="12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	Teri </a:t>
            </a:r>
            <a:r>
              <a:rPr lang="en-US" sz="1200" dirty="0" err="1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Radichel</a:t>
            </a:r>
            <a:r>
              <a:rPr lang="en-US" sz="12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, Director of Security 	Strategy, WatchGuard</a:t>
            </a:r>
          </a:p>
          <a:p>
            <a:r>
              <a:rPr lang="en-US" sz="1200" b="1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1:15 - 2:15 PM </a:t>
            </a:r>
          </a:p>
          <a:p>
            <a:r>
              <a:rPr lang="en-US" sz="12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	And the CFO Wept: AWS Cost Control</a:t>
            </a:r>
          </a:p>
          <a:p>
            <a:r>
              <a:rPr lang="en-US" sz="12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	Corey Quinn, Editor</a:t>
            </a:r>
          </a:p>
          <a:p>
            <a:r>
              <a:rPr lang="en-US" sz="1200" b="1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2:30 - 3:30 PM</a:t>
            </a:r>
          </a:p>
          <a:p>
            <a:r>
              <a:rPr lang="en-US" sz="12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	Learning AWS the Hard Way</a:t>
            </a:r>
          </a:p>
          <a:p>
            <a:r>
              <a:rPr lang="en-US" sz="12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	Valentino </a:t>
            </a:r>
            <a:r>
              <a:rPr lang="en-US" sz="1200" dirty="0" err="1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Volonghi</a:t>
            </a:r>
            <a:r>
              <a:rPr lang="en-US" sz="12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, CTO, </a:t>
            </a:r>
            <a:r>
              <a:rPr lang="en-US" sz="1200" dirty="0" err="1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AdRoll</a:t>
            </a:r>
            <a:endParaRPr lang="en-US" sz="1200" dirty="0">
              <a:solidFill>
                <a:schemeClr val="bg1"/>
              </a:solidFill>
              <a:latin typeface="Amazon Ember" charset="0"/>
              <a:ea typeface="Amazon Ember" charset="0"/>
              <a:cs typeface="Amazon Ember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60334" y="1596526"/>
            <a:ext cx="4343399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10:00 - 11:00 AM</a:t>
            </a:r>
          </a:p>
          <a:p>
            <a:r>
              <a:rPr lang="en-US" sz="12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	Open Source: What Works and What Doesn't</a:t>
            </a:r>
          </a:p>
          <a:p>
            <a:r>
              <a:rPr lang="en-US" sz="12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	Mike Barrett, Engineering Lead, Remind</a:t>
            </a:r>
          </a:p>
          <a:p>
            <a:r>
              <a:rPr lang="en-US" sz="1200" b="1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11:00 AM - 12:00 PM </a:t>
            </a:r>
          </a:p>
          <a:p>
            <a:r>
              <a:rPr lang="en-US" sz="12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	Security for Complex Networks on AWS</a:t>
            </a:r>
          </a:p>
          <a:p>
            <a:r>
              <a:rPr lang="en-US" sz="12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	Teri </a:t>
            </a:r>
            <a:r>
              <a:rPr lang="en-US" sz="1200" dirty="0" err="1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Radichel</a:t>
            </a:r>
            <a:r>
              <a:rPr lang="en-US" sz="12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, Director of Security Strategy, 	WatchGuard</a:t>
            </a:r>
          </a:p>
          <a:p>
            <a:r>
              <a:rPr lang="en-US" sz="1200" b="1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1:15 - 2:15 PM </a:t>
            </a:r>
          </a:p>
          <a:p>
            <a:r>
              <a:rPr lang="en-US" sz="12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	And the CFO Wept: AWS Cost Control</a:t>
            </a:r>
          </a:p>
          <a:p>
            <a:r>
              <a:rPr lang="en-US" sz="12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	Corey Quinn, Editor</a:t>
            </a:r>
          </a:p>
          <a:p>
            <a:r>
              <a:rPr lang="en-US" sz="1200" b="1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2:30 - 3:30 PM</a:t>
            </a:r>
          </a:p>
          <a:p>
            <a:r>
              <a:rPr lang="en-US" sz="12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	Learning AWS the Hard Way</a:t>
            </a:r>
          </a:p>
          <a:p>
            <a:r>
              <a:rPr lang="en-US" sz="12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	Valentino </a:t>
            </a:r>
            <a:r>
              <a:rPr lang="en-US" sz="1200" dirty="0" err="1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Volonghi</a:t>
            </a:r>
            <a:r>
              <a:rPr lang="en-US" sz="12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, CTO, </a:t>
            </a:r>
            <a:r>
              <a:rPr lang="en-US" sz="1200" dirty="0" err="1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AdRoll</a:t>
            </a:r>
            <a:endParaRPr lang="en-US" sz="1200" dirty="0">
              <a:solidFill>
                <a:schemeClr val="bg1"/>
              </a:solidFill>
              <a:latin typeface="Amazon Ember" charset="0"/>
              <a:ea typeface="Amazon Ember" charset="0"/>
              <a:cs typeface="Amazon Ember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4134" y="1227194"/>
            <a:ext cx="7793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Track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3467" y="1227194"/>
            <a:ext cx="7793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mazon Ember" charset="0"/>
                <a:ea typeface="Amazon Ember" charset="0"/>
                <a:cs typeface="Amazon Ember" charset="0"/>
              </a:rPr>
              <a:t>Track 2</a:t>
            </a:r>
          </a:p>
        </p:txBody>
      </p:sp>
    </p:spTree>
    <p:extLst>
      <p:ext uri="{BB962C8B-B14F-4D97-AF65-F5344CB8AC3E}">
        <p14:creationId xmlns:p14="http://schemas.microsoft.com/office/powerpoint/2010/main" val="2131302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47962" y="1989666"/>
            <a:ext cx="5175504" cy="744537"/>
          </a:xfrm>
        </p:spPr>
        <p:txBody>
          <a:bodyPr/>
          <a:lstStyle/>
          <a:p>
            <a:r>
              <a:rPr lang="en-US" dirty="0"/>
              <a:t>AWS Deck Template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545254" y="2734203"/>
            <a:ext cx="6041582" cy="487849"/>
          </a:xfrm>
        </p:spPr>
        <p:txBody>
          <a:bodyPr/>
          <a:lstStyle/>
          <a:p>
            <a:r>
              <a:rPr lang="en-US" dirty="0"/>
              <a:t>AWS CREATIVE STUDIO  </a:t>
            </a:r>
            <a:r>
              <a:rPr lang="en-US" b="0" dirty="0">
                <a:latin typeface="Amazon Ember Light" charset="0"/>
                <a:ea typeface="Amazon Ember Light" charset="0"/>
                <a:cs typeface="Amazon Ember Light" charset="0"/>
              </a:rPr>
              <a:t>|  </a:t>
            </a:r>
            <a:r>
              <a:rPr lang="en-US" dirty="0"/>
              <a:t>2018</a:t>
            </a:r>
          </a:p>
        </p:txBody>
      </p:sp>
    </p:spTree>
    <p:extLst>
      <p:ext uri="{BB962C8B-B14F-4D97-AF65-F5344CB8AC3E}">
        <p14:creationId xmlns:p14="http://schemas.microsoft.com/office/powerpoint/2010/main" val="3303444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926" y="1534266"/>
            <a:ext cx="5577608" cy="3108142"/>
          </a:xfrm>
        </p:spPr>
        <p:txBody>
          <a:bodyPr/>
          <a:lstStyle/>
          <a:p>
            <a:r>
              <a:rPr lang="en-US" dirty="0"/>
              <a:t>Fonts, sizes, colors, and layouts are all pre-built in this template.</a:t>
            </a:r>
          </a:p>
          <a:p>
            <a:r>
              <a:rPr lang="en-US" sz="1400" i="1" dirty="0"/>
              <a:t>Please do not use shadows or outlines on shape elements. Limit color use for chart graphics to grayscale plus one accent color.</a:t>
            </a:r>
          </a:p>
        </p:txBody>
      </p:sp>
    </p:spTree>
    <p:extLst>
      <p:ext uri="{BB962C8B-B14F-4D97-AF65-F5344CB8AC3E}">
        <p14:creationId xmlns:p14="http://schemas.microsoft.com/office/powerpoint/2010/main" val="4193510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35187" y="1368380"/>
            <a:ext cx="8624146" cy="782320"/>
          </a:xfrm>
          <a:prstGeom prst="rect">
            <a:avLst/>
          </a:prstGeom>
        </p:spPr>
        <p:txBody>
          <a:bodyPr/>
          <a:lstStyle/>
          <a:p>
            <a:r>
              <a:rPr lang="en-US" sz="2400" dirty="0"/>
              <a:t>Copy &amp; Paste Content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40592" y="1676295"/>
            <a:ext cx="8205304" cy="289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Tx/>
              <a:buNone/>
              <a:defRPr sz="2400" b="0" i="0" kern="1200">
                <a:solidFill>
                  <a:srgbClr val="4D4D4C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0" i="0" kern="1200">
                <a:solidFill>
                  <a:srgbClr val="4D4D4C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rgbClr val="4D4D4C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rgbClr val="4D4D4C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b="0" i="0" kern="1200">
                <a:solidFill>
                  <a:srgbClr val="4D4D4C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i="1" dirty="0">
                <a:solidFill>
                  <a:schemeClr val="tx1"/>
                </a:solidFill>
                <a:latin typeface="Amazon Ember" charset="0"/>
                <a:ea typeface="Amazon Ember" charset="0"/>
                <a:cs typeface="Amazon Ember" charset="0"/>
              </a:rPr>
              <a:t>Note: This works when copying entire slides from other presentations as long as the source presentation is also 16:9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37456" y="1965546"/>
            <a:ext cx="7371081" cy="3640666"/>
          </a:xfrm>
        </p:spPr>
        <p:txBody>
          <a:bodyPr/>
          <a:lstStyle/>
          <a:p>
            <a:r>
              <a:rPr lang="en-US" dirty="0"/>
              <a:t>When pasting content from another presentation please paste using “</a:t>
            </a:r>
            <a:r>
              <a:rPr lang="en-US" dirty="0">
                <a:latin typeface="Amazon Ember" charset="0"/>
                <a:ea typeface="Amazon Ember" charset="0"/>
                <a:cs typeface="Amazon Ember" charset="0"/>
              </a:rPr>
              <a:t>Destination Theme</a:t>
            </a:r>
            <a:r>
              <a:rPr lang="en-US" dirty="0"/>
              <a:t>.”</a:t>
            </a:r>
          </a:p>
          <a:p>
            <a:endParaRPr lang="en-US" dirty="0">
              <a:solidFill>
                <a:srgbClr val="737472"/>
              </a:solidFill>
            </a:endParaRPr>
          </a:p>
          <a:p>
            <a:endParaRPr lang="en-US" dirty="0"/>
          </a:p>
        </p:txBody>
      </p:sp>
      <p:grpSp>
        <p:nvGrpSpPr>
          <p:cNvPr id="21" name="Group 20"/>
          <p:cNvGrpSpPr/>
          <p:nvPr/>
        </p:nvGrpSpPr>
        <p:grpSpPr>
          <a:xfrm>
            <a:off x="5236266" y="2897837"/>
            <a:ext cx="2397875" cy="1745269"/>
            <a:chOff x="4466831" y="2774306"/>
            <a:chExt cx="2397875" cy="1745269"/>
          </a:xfrm>
        </p:grpSpPr>
        <p:sp>
          <p:nvSpPr>
            <p:cNvPr id="22" name="TextBox 21"/>
            <p:cNvSpPr txBox="1"/>
            <p:nvPr/>
          </p:nvSpPr>
          <p:spPr>
            <a:xfrm>
              <a:off x="4616805" y="2774306"/>
              <a:ext cx="2247901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mazon Ember" charset="0"/>
                  <a:ea typeface="Amazon Ember" charset="0"/>
                  <a:cs typeface="Amazon Ember" charset="0"/>
                </a:rPr>
                <a:t>MAC</a:t>
              </a:r>
              <a:endParaRPr lang="en-US" sz="12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mazon Ember" charset="0"/>
                <a:ea typeface="Amazon Ember" charset="0"/>
                <a:cs typeface="Amazon Ember" charset="0"/>
              </a:endParaRPr>
            </a:p>
          </p:txBody>
        </p:sp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3137" y="3003221"/>
              <a:ext cx="2023328" cy="914458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6831" y="3657044"/>
              <a:ext cx="735992" cy="862531"/>
            </a:xfrm>
            <a:prstGeom prst="rect">
              <a:avLst/>
            </a:prstGeom>
          </p:spPr>
        </p:pic>
      </p:grpSp>
      <p:grpSp>
        <p:nvGrpSpPr>
          <p:cNvPr id="25" name="Group 24"/>
          <p:cNvGrpSpPr/>
          <p:nvPr/>
        </p:nvGrpSpPr>
        <p:grpSpPr>
          <a:xfrm>
            <a:off x="1404119" y="2897834"/>
            <a:ext cx="2471651" cy="1687679"/>
            <a:chOff x="634684" y="2774303"/>
            <a:chExt cx="2471651" cy="1687679"/>
          </a:xfrm>
        </p:grpSpPr>
        <p:sp>
          <p:nvSpPr>
            <p:cNvPr id="26" name="TextBox 25"/>
            <p:cNvSpPr txBox="1"/>
            <p:nvPr/>
          </p:nvSpPr>
          <p:spPr>
            <a:xfrm>
              <a:off x="858434" y="2774303"/>
              <a:ext cx="2247901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200" b="1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1"/>
                  </a:gradFill>
                  <a:latin typeface="Amazon Ember" charset="0"/>
                  <a:ea typeface="Amazon Ember" charset="0"/>
                  <a:cs typeface="Amazon Ember" charset="0"/>
                </a:rPr>
                <a:t>WINDOWS</a:t>
              </a:r>
            </a:p>
          </p:txBody>
        </p:sp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434" y="3209081"/>
              <a:ext cx="1338752" cy="50273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684" y="3599451"/>
              <a:ext cx="735992" cy="8625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84592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19854" y="1300481"/>
            <a:ext cx="8624146" cy="782320"/>
          </a:xfrm>
          <a:prstGeom prst="rect">
            <a:avLst/>
          </a:prstGeom>
        </p:spPr>
        <p:txBody>
          <a:bodyPr/>
          <a:lstStyle/>
          <a:p>
            <a:r>
              <a:rPr lang="en-US" sz="2000" dirty="0"/>
              <a:t>Re-sizing Assets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854" y="1811866"/>
            <a:ext cx="7125546" cy="3640666"/>
          </a:xfrm>
        </p:spPr>
        <p:txBody>
          <a:bodyPr/>
          <a:lstStyle/>
          <a:p>
            <a:r>
              <a:rPr lang="en-US" sz="1400" dirty="0"/>
              <a:t>Always hold down shift key and drag from corner when scaling assets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642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This is an illustrated title slide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PRESENTER  |  DATE</a:t>
            </a:r>
          </a:p>
        </p:txBody>
      </p:sp>
    </p:spTree>
    <p:extLst>
      <p:ext uri="{BB962C8B-B14F-4D97-AF65-F5344CB8AC3E}">
        <p14:creationId xmlns:p14="http://schemas.microsoft.com/office/powerpoint/2010/main" val="1499047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simple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PRESENTER  |  DATE</a:t>
            </a:r>
          </a:p>
        </p:txBody>
      </p:sp>
    </p:spTree>
    <p:extLst>
      <p:ext uri="{BB962C8B-B14F-4D97-AF65-F5344CB8AC3E}">
        <p14:creationId xmlns:p14="http://schemas.microsoft.com/office/powerpoint/2010/main" val="206614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43652" y="1300479"/>
            <a:ext cx="8624146" cy="782320"/>
          </a:xfrm>
          <a:prstGeom prst="rect">
            <a:avLst/>
          </a:prstGeom>
        </p:spPr>
        <p:txBody>
          <a:bodyPr/>
          <a:lstStyle/>
          <a:p>
            <a:r>
              <a:rPr lang="en-US" sz="2400" dirty="0"/>
              <a:t>Title +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652" y="1972732"/>
            <a:ext cx="7371081" cy="3039533"/>
          </a:xfrm>
        </p:spPr>
        <p:txBody>
          <a:bodyPr/>
          <a:lstStyle/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99798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74319" y="1151467"/>
            <a:ext cx="8205304" cy="592666"/>
          </a:xfrm>
          <a:prstGeom prst="rect">
            <a:avLst/>
          </a:prstGeom>
        </p:spPr>
        <p:txBody>
          <a:bodyPr/>
          <a:lstStyle/>
          <a:p>
            <a:r>
              <a:rPr lang="en-US" sz="2400" dirty="0"/>
              <a:t>Alt title + content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74319" y="1744133"/>
            <a:ext cx="8624147" cy="326813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851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74319" y="1382060"/>
            <a:ext cx="8607214" cy="776939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Code Snippet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274320" y="1981199"/>
            <a:ext cx="8607213" cy="273886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072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16182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69523" y="1100667"/>
            <a:ext cx="8561210" cy="541866"/>
          </a:xfrm>
          <a:prstGeom prst="rect">
            <a:avLst/>
          </a:prstGeom>
        </p:spPr>
        <p:txBody>
          <a:bodyPr/>
          <a:lstStyle/>
          <a:p>
            <a:r>
              <a:rPr lang="en-US" sz="2400" dirty="0"/>
              <a:t>Two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9523" y="1642533"/>
            <a:ext cx="4370210" cy="300566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0523" y="1642533"/>
            <a:ext cx="4370210" cy="3005666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9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81000" y="1526777"/>
            <a:ext cx="4082082" cy="47982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1000" y="2006599"/>
            <a:ext cx="4082082" cy="23764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81000" y="980304"/>
            <a:ext cx="8580854" cy="786384"/>
          </a:xfrm>
          <a:prstGeom prst="rect">
            <a:avLst/>
          </a:prstGeom>
        </p:spPr>
        <p:txBody>
          <a:bodyPr/>
          <a:lstStyle/>
          <a:p>
            <a:r>
              <a:rPr lang="en-US" sz="2400" dirty="0"/>
              <a:t>Comparison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667" y="1526777"/>
            <a:ext cx="4199466" cy="47982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667" y="2006599"/>
            <a:ext cx="4199466" cy="237648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932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2119" y="1144016"/>
            <a:ext cx="8476488" cy="786384"/>
          </a:xfrm>
          <a:prstGeom prst="rect">
            <a:avLst/>
          </a:prstGeom>
        </p:spPr>
        <p:txBody>
          <a:bodyPr/>
          <a:lstStyle/>
          <a:p>
            <a:r>
              <a:rPr lang="en-US" sz="2400" dirty="0"/>
              <a:t>Three column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8800" y="1930400"/>
            <a:ext cx="2456543" cy="247561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0"/>
          </p:nvPr>
        </p:nvSpPr>
        <p:spPr>
          <a:xfrm>
            <a:off x="3440551" y="1930400"/>
            <a:ext cx="2456543" cy="247561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1"/>
          </p:nvPr>
        </p:nvSpPr>
        <p:spPr>
          <a:xfrm>
            <a:off x="6322302" y="1930400"/>
            <a:ext cx="2456543" cy="247561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552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74320" y="1524111"/>
            <a:ext cx="8202168" cy="571310"/>
          </a:xfrm>
          <a:prstGeom prst="rect">
            <a:avLst/>
          </a:prstGeom>
        </p:spPr>
        <p:txBody>
          <a:bodyPr/>
          <a:lstStyle/>
          <a:p>
            <a:r>
              <a:rPr lang="en-US" sz="2400" dirty="0"/>
              <a:t>Four column with graphics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half" idx="2"/>
          </p:nvPr>
        </p:nvSpPr>
        <p:spPr>
          <a:xfrm>
            <a:off x="337742" y="3618151"/>
            <a:ext cx="1797050" cy="34094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half" idx="11"/>
          </p:nvPr>
        </p:nvSpPr>
        <p:spPr>
          <a:xfrm>
            <a:off x="2496747" y="3618151"/>
            <a:ext cx="1797050" cy="34094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half" idx="13"/>
          </p:nvPr>
        </p:nvSpPr>
        <p:spPr>
          <a:xfrm>
            <a:off x="4634585" y="3618151"/>
            <a:ext cx="1797050" cy="34094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half" idx="15"/>
          </p:nvPr>
        </p:nvSpPr>
        <p:spPr>
          <a:xfrm>
            <a:off x="6990345" y="3618151"/>
            <a:ext cx="1797050" cy="34094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6"/>
          </p:nvPr>
        </p:nvSpPr>
        <p:spPr>
          <a:xfrm>
            <a:off x="337742" y="2095421"/>
            <a:ext cx="1797050" cy="1344612"/>
          </a:xfrm>
        </p:spPr>
      </p:sp>
      <p:sp>
        <p:nvSpPr>
          <p:cNvPr id="16" name="Picture Placeholder 15"/>
          <p:cNvSpPr>
            <a:spLocks noGrp="1"/>
          </p:cNvSpPr>
          <p:nvPr>
            <p:ph type="pic" sz="quarter" idx="17"/>
          </p:nvPr>
        </p:nvSpPr>
        <p:spPr>
          <a:xfrm>
            <a:off x="2496747" y="2095421"/>
            <a:ext cx="1797050" cy="1344612"/>
          </a:xfrm>
        </p:spPr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4634585" y="2095421"/>
            <a:ext cx="1797050" cy="1344612"/>
          </a:xfrm>
        </p:spPr>
      </p:sp>
      <p:sp>
        <p:nvSpPr>
          <p:cNvPr id="18" name="Picture Placeholder 17"/>
          <p:cNvSpPr>
            <a:spLocks noGrp="1"/>
          </p:cNvSpPr>
          <p:nvPr>
            <p:ph type="pic" sz="quarter" idx="19"/>
          </p:nvPr>
        </p:nvSpPr>
        <p:spPr>
          <a:xfrm>
            <a:off x="6990345" y="2095421"/>
            <a:ext cx="1797050" cy="1344612"/>
          </a:xfrm>
        </p:spPr>
      </p:sp>
    </p:spTree>
    <p:extLst>
      <p:ext uri="{BB962C8B-B14F-4D97-AF65-F5344CB8AC3E}">
        <p14:creationId xmlns:p14="http://schemas.microsoft.com/office/powerpoint/2010/main" val="220248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09271" y="1179159"/>
            <a:ext cx="8202168" cy="568006"/>
          </a:xfrm>
          <a:prstGeom prst="rect">
            <a:avLst/>
          </a:prstGeom>
        </p:spPr>
        <p:txBody>
          <a:bodyPr/>
          <a:lstStyle/>
          <a:p>
            <a:r>
              <a:rPr lang="en-US" sz="2400" dirty="0"/>
              <a:t>Six section with graphics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 lIns="0" tIns="0" rIns="0" bIns="0"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Image caption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1"/>
          </p:nvPr>
        </p:nvSpPr>
        <p:spPr/>
        <p:txBody>
          <a:bodyPr lIns="0" tIns="0" rIns="0" bIns="0"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Image caption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13"/>
          </p:nvPr>
        </p:nvSpPr>
        <p:spPr/>
        <p:txBody>
          <a:bodyPr lIns="0" tIns="0" rIns="0" bIns="0"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Image caption 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15"/>
          </p:nvPr>
        </p:nvSpPr>
        <p:spPr/>
        <p:txBody>
          <a:bodyPr lIns="0" tIns="0" rIns="0" bIns="0"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Image caption 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17"/>
          </p:nvPr>
        </p:nvSpPr>
        <p:spPr/>
        <p:txBody>
          <a:bodyPr lIns="0" tIns="0" rIns="0" bIns="0"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Image caption 5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19"/>
          </p:nvPr>
        </p:nvSpPr>
        <p:spPr/>
        <p:txBody>
          <a:bodyPr lIns="0" tIns="0" rIns="0" bIns="0"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Image caption 6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20"/>
          </p:nvPr>
        </p:nvSpPr>
        <p:spPr>
          <a:xfrm>
            <a:off x="509271" y="1969278"/>
            <a:ext cx="1924050" cy="1100667"/>
          </a:xfrm>
        </p:spPr>
      </p:sp>
      <p:sp>
        <p:nvSpPr>
          <p:cNvPr id="16" name="Picture Placeholder 15"/>
          <p:cNvSpPr>
            <a:spLocks noGrp="1"/>
          </p:cNvSpPr>
          <p:nvPr>
            <p:ph type="pic" sz="quarter" idx="21"/>
          </p:nvPr>
        </p:nvSpPr>
        <p:spPr>
          <a:xfrm>
            <a:off x="3436973" y="1969278"/>
            <a:ext cx="1924050" cy="1100667"/>
          </a:xfrm>
        </p:spPr>
      </p:sp>
      <p:sp>
        <p:nvSpPr>
          <p:cNvPr id="17" name="Picture Placeholder 16"/>
          <p:cNvSpPr>
            <a:spLocks noGrp="1"/>
          </p:cNvSpPr>
          <p:nvPr>
            <p:ph type="pic" sz="quarter" idx="22"/>
          </p:nvPr>
        </p:nvSpPr>
        <p:spPr>
          <a:xfrm>
            <a:off x="6582639" y="1969278"/>
            <a:ext cx="1924050" cy="1100667"/>
          </a:xfrm>
        </p:spPr>
      </p:sp>
      <p:sp>
        <p:nvSpPr>
          <p:cNvPr id="18" name="Picture Placeholder 17"/>
          <p:cNvSpPr>
            <a:spLocks noGrp="1"/>
          </p:cNvSpPr>
          <p:nvPr>
            <p:ph type="pic" sz="quarter" idx="23"/>
          </p:nvPr>
        </p:nvSpPr>
        <p:spPr>
          <a:xfrm>
            <a:off x="509271" y="3273019"/>
            <a:ext cx="1924050" cy="1100667"/>
          </a:xfrm>
        </p:spPr>
      </p:sp>
      <p:sp>
        <p:nvSpPr>
          <p:cNvPr id="19" name="Picture Placeholder 18"/>
          <p:cNvSpPr>
            <a:spLocks noGrp="1"/>
          </p:cNvSpPr>
          <p:nvPr>
            <p:ph type="pic" sz="quarter" idx="24"/>
          </p:nvPr>
        </p:nvSpPr>
        <p:spPr>
          <a:xfrm>
            <a:off x="3436973" y="3273019"/>
            <a:ext cx="1924050" cy="1100667"/>
          </a:xfrm>
        </p:spPr>
      </p:sp>
      <p:sp>
        <p:nvSpPr>
          <p:cNvPr id="20" name="Picture Placeholder 19"/>
          <p:cNvSpPr>
            <a:spLocks noGrp="1"/>
          </p:cNvSpPr>
          <p:nvPr>
            <p:ph type="pic" sz="quarter" idx="25"/>
          </p:nvPr>
        </p:nvSpPr>
        <p:spPr>
          <a:xfrm>
            <a:off x="6582639" y="3273019"/>
            <a:ext cx="1924050" cy="1100667"/>
          </a:xfrm>
        </p:spPr>
      </p:sp>
    </p:spTree>
    <p:extLst>
      <p:ext uri="{BB962C8B-B14F-4D97-AF65-F5344CB8AC3E}">
        <p14:creationId xmlns:p14="http://schemas.microsoft.com/office/powerpoint/2010/main" val="3284264482"/>
      </p:ext>
    </p:extLst>
  </p:cSld>
  <p:clrMapOvr>
    <a:masterClrMapping/>
  </p:clrMapOvr>
</p:sld>
</file>

<file path=ppt/theme/theme1.xml><?xml version="1.0" encoding="utf-8"?>
<a:theme xmlns:a="http://schemas.openxmlformats.org/drawingml/2006/main" name="DeckTemplate-AWS">
  <a:themeElements>
    <a:clrScheme name="AWSome Day 2018">
      <a:dk1>
        <a:srgbClr val="232F3D"/>
      </a:dk1>
      <a:lt1>
        <a:srgbClr val="FFFFFF"/>
      </a:lt1>
      <a:dk2>
        <a:srgbClr val="008295"/>
      </a:dk2>
      <a:lt2>
        <a:srgbClr val="FFEBB7"/>
      </a:lt2>
      <a:accent1>
        <a:srgbClr val="36C1B2"/>
      </a:accent1>
      <a:accent2>
        <a:srgbClr val="008295"/>
      </a:accent2>
      <a:accent3>
        <a:srgbClr val="DDEEEE"/>
      </a:accent3>
      <a:accent4>
        <a:srgbClr val="B6B6B5"/>
      </a:accent4>
      <a:accent5>
        <a:srgbClr val="6E6E6E"/>
      </a:accent5>
      <a:accent6>
        <a:srgbClr val="DFE0DF"/>
      </a:accent6>
      <a:hlink>
        <a:srgbClr val="232F3D"/>
      </a:hlink>
      <a:folHlink>
        <a:srgbClr val="232F3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50000"/>
          </a:schemeClr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WS_Deck_Template.potx" id="{956C5B2E-0233-4212-9383-50A039694C0C}" vid="{0176EEA5-D87D-4097-B356-86DC884F45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6A3D6C04DFD740953BA1B2B9E62D60" ma:contentTypeVersion="0" ma:contentTypeDescription="Create a new document." ma:contentTypeScope="" ma:versionID="26617cd14cd3af163c0e97ff614e520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5B35A6-8B52-46A5-AE45-B98C6459DC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97C89A-FD0C-431E-81F6-90225B937683}">
  <ds:schemaRefs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1A3258A-222C-4488-825E-7520D001FB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749</TotalTime>
  <Words>327</Words>
  <Application>Microsoft Office PowerPoint</Application>
  <PresentationFormat>On-screen Show (16:9)</PresentationFormat>
  <Paragraphs>59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Amazon Ember</vt:lpstr>
      <vt:lpstr>Amazon Ember Light</vt:lpstr>
      <vt:lpstr>Arial</vt:lpstr>
      <vt:lpstr>Calibri</vt:lpstr>
      <vt:lpstr>Lucida Console</vt:lpstr>
      <vt:lpstr>DeckTemplate-AWS</vt:lpstr>
      <vt:lpstr>PowerPoint Presentation</vt:lpstr>
      <vt:lpstr>PowerPoint Presentation</vt:lpstr>
      <vt:lpstr>PowerPoint Presentation</vt:lpstr>
      <vt:lpstr>PowerPoint Presentation</vt:lpstr>
      <vt:lpstr>Copy &amp; Paste Content</vt:lpstr>
      <vt:lpstr>Re-sizing Assets</vt:lpstr>
      <vt:lpstr>PowerPoint Presentation</vt:lpstr>
      <vt:lpstr>This is a simple title slide</vt:lpstr>
      <vt:lpstr>Title + Content</vt:lpstr>
      <vt:lpstr>Alt title + content 1</vt:lpstr>
      <vt:lpstr>Code Snippet</vt:lpstr>
      <vt:lpstr>Section Title</vt:lpstr>
      <vt:lpstr>Two columns</vt:lpstr>
      <vt:lpstr>Comparison</vt:lpstr>
      <vt:lpstr>Three column</vt:lpstr>
      <vt:lpstr>Four column with graphics</vt:lpstr>
      <vt:lpstr>Six section with graphics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sumama zaeem</cp:lastModifiedBy>
  <cp:revision>71</cp:revision>
  <dcterms:created xsi:type="dcterms:W3CDTF">2015-11-23T23:45:57Z</dcterms:created>
  <dcterms:modified xsi:type="dcterms:W3CDTF">2021-09-27T19:28:34Z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0x010100D26A3D6C04DFD740953BA1B2B9E62D60</vt:lpwstr>
  </property>
</Properties>
</file>