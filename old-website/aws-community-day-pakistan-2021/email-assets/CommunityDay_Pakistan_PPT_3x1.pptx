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19"/>
  </p:notesMasterIdLst>
  <p:handoutMasterIdLst>
    <p:handoutMasterId r:id="rId20"/>
  </p:handoutMasterIdLst>
  <p:sldIdLst>
    <p:sldId id="294" r:id="rId5"/>
    <p:sldId id="295" r:id="rId6"/>
    <p:sldId id="285" r:id="rId7"/>
    <p:sldId id="276" r:id="rId8"/>
    <p:sldId id="278" r:id="rId9"/>
    <p:sldId id="293" r:id="rId10"/>
    <p:sldId id="260" r:id="rId11"/>
    <p:sldId id="281" r:id="rId12"/>
    <p:sldId id="261" r:id="rId13"/>
    <p:sldId id="262" r:id="rId14"/>
    <p:sldId id="275" r:id="rId15"/>
    <p:sldId id="264" r:id="rId16"/>
    <p:sldId id="274" r:id="rId17"/>
    <p:sldId id="273" r:id="rId18"/>
  </p:sldIdLst>
  <p:sldSz cx="41148000" cy="13716000"/>
  <p:notesSz cx="6858000" cy="9144000"/>
  <p:defaultTextStyle>
    <a:defPPr>
      <a:defRPr lang="en-US"/>
    </a:defPPr>
    <a:lvl1pPr marL="0" algn="l" defTabSz="1755605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1pPr>
    <a:lvl2pPr marL="1755605" algn="l" defTabSz="1755605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2pPr>
    <a:lvl3pPr marL="3511210" algn="l" defTabSz="1755605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3pPr>
    <a:lvl4pPr marL="5266812" algn="l" defTabSz="1755605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4pPr>
    <a:lvl5pPr marL="7022416" algn="l" defTabSz="1755605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5pPr>
    <a:lvl6pPr marL="8778021" algn="l" defTabSz="1755605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6pPr>
    <a:lvl7pPr marL="10533626" algn="l" defTabSz="1755605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7pPr>
    <a:lvl8pPr marL="12289228" algn="l" defTabSz="1755605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8pPr>
    <a:lvl9pPr marL="14044833" algn="l" defTabSz="1755605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18" userDrawn="1">
          <p15:clr>
            <a:srgbClr val="A4A3A4"/>
          </p15:clr>
        </p15:guide>
        <p15:guide id="2" orient="horz" pos="7728" userDrawn="1">
          <p15:clr>
            <a:srgbClr val="A4A3A4"/>
          </p15:clr>
        </p15:guide>
        <p15:guide id="3" orient="horz" pos="6432" userDrawn="1">
          <p15:clr>
            <a:srgbClr val="A4A3A4"/>
          </p15:clr>
        </p15:guide>
        <p15:guide id="4" orient="horz" pos="8522" userDrawn="1">
          <p15:clr>
            <a:srgbClr val="A4A3A4"/>
          </p15:clr>
        </p15:guide>
        <p15:guide id="5" orient="horz" pos="3600" userDrawn="1">
          <p15:clr>
            <a:srgbClr val="A4A3A4"/>
          </p15:clr>
        </p15:guide>
        <p15:guide id="6" orient="horz" pos="3674" userDrawn="1">
          <p15:clr>
            <a:srgbClr val="A4A3A4"/>
          </p15:clr>
        </p15:guide>
        <p15:guide id="7" orient="horz" pos="5542" userDrawn="1">
          <p15:clr>
            <a:srgbClr val="A4A3A4"/>
          </p15:clr>
        </p15:guide>
        <p15:guide id="8" orient="horz" pos="334" userDrawn="1">
          <p15:clr>
            <a:srgbClr val="A4A3A4"/>
          </p15:clr>
        </p15:guide>
        <p15:guide id="9" orient="horz" pos="5616" userDrawn="1">
          <p15:clr>
            <a:srgbClr val="A4A3A4"/>
          </p15:clr>
        </p15:guide>
        <p15:guide id="10" orient="horz" pos="7624" userDrawn="1">
          <p15:clr>
            <a:srgbClr val="A4A3A4"/>
          </p15:clr>
        </p15:guide>
        <p15:guide id="11" pos="4320" userDrawn="1">
          <p15:clr>
            <a:srgbClr val="A4A3A4"/>
          </p15:clr>
        </p15:guide>
        <p15:guide id="12" pos="7898" userDrawn="1">
          <p15:clr>
            <a:srgbClr val="A4A3A4"/>
          </p15:clr>
        </p15:guide>
        <p15:guide id="13" pos="12974" userDrawn="1">
          <p15:clr>
            <a:srgbClr val="A4A3A4"/>
          </p15:clr>
        </p15:guide>
        <p15:guide id="14" pos="11337" userDrawn="1">
          <p15:clr>
            <a:srgbClr val="A4A3A4"/>
          </p15:clr>
        </p15:guide>
        <p15:guide id="15" pos="21556" userDrawn="1">
          <p15:clr>
            <a:srgbClr val="A4A3A4"/>
          </p15:clr>
        </p15:guide>
        <p15:guide id="16" pos="11192" userDrawn="1">
          <p15:clr>
            <a:srgbClr val="A4A3A4"/>
          </p15:clr>
        </p15:guide>
        <p15:guide id="17" pos="7749" userDrawn="1">
          <p15:clr>
            <a:srgbClr val="A4A3A4"/>
          </p15:clr>
        </p15:guide>
        <p15:guide id="18" pos="4442" userDrawn="1">
          <p15:clr>
            <a:srgbClr val="A4A3A4"/>
          </p15:clr>
        </p15:guide>
        <p15:guide id="19" pos="21681" userDrawn="1">
          <p15:clr>
            <a:srgbClr val="A4A3A4"/>
          </p15:clr>
        </p15:guide>
        <p15:guide id="20" pos="14658" userDrawn="1">
          <p15:clr>
            <a:srgbClr val="A4A3A4"/>
          </p15:clr>
        </p15:guide>
        <p15:guide id="21" userDrawn="1">
          <p15:clr>
            <a:srgbClr val="A4A3A4"/>
          </p15:clr>
        </p15:guide>
        <p15:guide id="22" pos="14783" userDrawn="1">
          <p15:clr>
            <a:srgbClr val="A4A3A4"/>
          </p15:clr>
        </p15:guide>
        <p15:guide id="23" pos="18100" userDrawn="1">
          <p15:clr>
            <a:srgbClr val="A4A3A4"/>
          </p15:clr>
        </p15:guide>
        <p15:guide id="24" pos="18239" userDrawn="1">
          <p15:clr>
            <a:srgbClr val="A4A3A4"/>
          </p15:clr>
        </p15:guide>
        <p15:guide id="25" pos="24948" userDrawn="1">
          <p15:clr>
            <a:srgbClr val="A4A3A4"/>
          </p15:clr>
        </p15:guide>
        <p15:guide id="26" pos="989" userDrawn="1">
          <p15:clr>
            <a:srgbClr val="A4A3A4"/>
          </p15:clr>
        </p15:guide>
        <p15:guide id="27" pos="156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talano, Alec" initials="" lastIdx="23" clrIdx="0"/>
  <p:cmAuthor id="1" name="Alec Catalano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B100"/>
    <a:srgbClr val="59AFA7"/>
    <a:srgbClr val="00464F"/>
    <a:srgbClr val="ACD522"/>
    <a:srgbClr val="232F3E"/>
    <a:srgbClr val="595A5D"/>
    <a:srgbClr val="006D8F"/>
    <a:srgbClr val="FAAF00"/>
    <a:srgbClr val="414042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4" autoAdjust="0"/>
    <p:restoredTop sz="86551" autoAdjust="0"/>
  </p:normalViewPr>
  <p:slideViewPr>
    <p:cSldViewPr snapToGrid="0" showGuides="1">
      <p:cViewPr varScale="1">
        <p:scale>
          <a:sx n="27" d="100"/>
          <a:sy n="27" d="100"/>
        </p:scale>
        <p:origin x="258" y="378"/>
      </p:cViewPr>
      <p:guideLst>
        <p:guide orient="horz" pos="1718"/>
        <p:guide orient="horz" pos="7728"/>
        <p:guide orient="horz" pos="6432"/>
        <p:guide orient="horz" pos="8522"/>
        <p:guide orient="horz" pos="3600"/>
        <p:guide orient="horz" pos="3674"/>
        <p:guide orient="horz" pos="5542"/>
        <p:guide orient="horz" pos="334"/>
        <p:guide orient="horz" pos="5616"/>
        <p:guide orient="horz" pos="7624"/>
        <p:guide pos="4320"/>
        <p:guide pos="7898"/>
        <p:guide pos="12974"/>
        <p:guide pos="11337"/>
        <p:guide pos="21556"/>
        <p:guide pos="11192"/>
        <p:guide pos="7749"/>
        <p:guide pos="4442"/>
        <p:guide pos="21681"/>
        <p:guide pos="14658"/>
        <p:guide/>
        <p:guide pos="14783"/>
        <p:guide pos="18100"/>
        <p:guide pos="18239"/>
        <p:guide pos="24948"/>
        <p:guide pos="989"/>
        <p:guide pos="156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2DE7DF-5EEA-3D47-81E5-5D57FBEEB387}" type="datetimeFigureOut">
              <a:rPr lang="en-US" smtClean="0"/>
              <a:t>9/28/2021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DF832D-DEEF-7145-817A-C3DBA937A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94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0B25AC41-3BEC-9247-8322-91B80C013F2D}" type="datetimeFigureOut">
              <a:rPr lang="en-US" smtClean="0"/>
              <a:pPr/>
              <a:t>9/28/2021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0" y="685800"/>
            <a:ext cx="10287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69C3F2ED-74C5-7D4F-8560-0CC253E9A4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3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5605" rtl="0" eaLnBrk="1" latinLnBrk="0" hangingPunct="1">
      <a:defRPr sz="4608" kern="1200">
        <a:solidFill>
          <a:schemeClr val="tx1"/>
        </a:solidFill>
        <a:latin typeface="Arial"/>
        <a:ea typeface="+mn-ea"/>
        <a:cs typeface="+mn-cs"/>
      </a:defRPr>
    </a:lvl1pPr>
    <a:lvl2pPr marL="1755605" algn="l" defTabSz="1755605" rtl="0" eaLnBrk="1" latinLnBrk="0" hangingPunct="1">
      <a:defRPr sz="4608" kern="1200">
        <a:solidFill>
          <a:schemeClr val="tx1"/>
        </a:solidFill>
        <a:latin typeface="Arial"/>
        <a:ea typeface="+mn-ea"/>
        <a:cs typeface="+mn-cs"/>
      </a:defRPr>
    </a:lvl2pPr>
    <a:lvl3pPr marL="3511210" algn="l" defTabSz="1755605" rtl="0" eaLnBrk="1" latinLnBrk="0" hangingPunct="1">
      <a:defRPr sz="4608" kern="1200">
        <a:solidFill>
          <a:schemeClr val="tx1"/>
        </a:solidFill>
        <a:latin typeface="Arial"/>
        <a:ea typeface="+mn-ea"/>
        <a:cs typeface="+mn-cs"/>
      </a:defRPr>
    </a:lvl3pPr>
    <a:lvl4pPr marL="5266812" algn="l" defTabSz="1755605" rtl="0" eaLnBrk="1" latinLnBrk="0" hangingPunct="1">
      <a:defRPr sz="4608" kern="1200">
        <a:solidFill>
          <a:schemeClr val="tx1"/>
        </a:solidFill>
        <a:latin typeface="Arial"/>
        <a:ea typeface="+mn-ea"/>
        <a:cs typeface="+mn-cs"/>
      </a:defRPr>
    </a:lvl4pPr>
    <a:lvl5pPr marL="7022416" algn="l" defTabSz="1755605" rtl="0" eaLnBrk="1" latinLnBrk="0" hangingPunct="1">
      <a:defRPr sz="4608" kern="1200">
        <a:solidFill>
          <a:schemeClr val="tx1"/>
        </a:solidFill>
        <a:latin typeface="Arial"/>
        <a:ea typeface="+mn-ea"/>
        <a:cs typeface="+mn-cs"/>
      </a:defRPr>
    </a:lvl5pPr>
    <a:lvl6pPr marL="8778021" algn="l" defTabSz="1755605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6pPr>
    <a:lvl7pPr marL="10533626" algn="l" defTabSz="1755605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7pPr>
    <a:lvl8pPr marL="12289228" algn="l" defTabSz="1755605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8pPr>
    <a:lvl9pPr marL="14044833" algn="l" defTabSz="1755605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0" y="685800"/>
            <a:ext cx="10287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64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0" y="685800"/>
            <a:ext cx="10287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441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1592118" y="5976748"/>
            <a:ext cx="23444708" cy="4738159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5000" b="0" i="0" baseline="0">
                <a:solidFill>
                  <a:schemeClr val="tx1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1592118" y="10714907"/>
            <a:ext cx="21944566" cy="1300930"/>
          </a:xfrm>
        </p:spPr>
        <p:txBody>
          <a:bodyPr/>
          <a:lstStyle>
            <a:lvl1pPr marL="0" indent="0" algn="l">
              <a:buNone/>
              <a:defRPr sz="2666" b="1" i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31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12960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pos="4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58374" y="6766560"/>
            <a:ext cx="26882852" cy="5303519"/>
          </a:xfrm>
        </p:spPr>
        <p:txBody>
          <a:bodyPr anchor="t" anchorCtr="0"/>
          <a:lstStyle>
            <a:lvl1pPr>
              <a:defRPr sz="1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4756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696" y="484632"/>
            <a:ext cx="38808656" cy="2514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6696" y="3401567"/>
            <a:ext cx="39046405" cy="9582913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 marL="1981150" indent="-761980">
              <a:buFont typeface="Arial"/>
              <a:buChar char="•"/>
              <a:defRPr>
                <a:solidFill>
                  <a:schemeClr val="accent2"/>
                </a:solidFill>
              </a:defRPr>
            </a:lvl2pPr>
            <a:lvl3pPr marL="3047924" indent="-609584">
              <a:buFont typeface="Arial"/>
              <a:buChar char="•"/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459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6119446" y="0"/>
            <a:ext cx="35028554" cy="1371600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038" y="487678"/>
            <a:ext cx="33379059" cy="2097024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664036" y="2584703"/>
            <a:ext cx="33379065" cy="10781342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 marL="1981150" indent="-761980">
              <a:buFont typeface="Arial"/>
              <a:buChar char="•"/>
              <a:defRPr>
                <a:solidFill>
                  <a:schemeClr val="accent2"/>
                </a:solidFill>
              </a:defRPr>
            </a:lvl2pPr>
            <a:lvl3pPr marL="3047924" indent="-609584">
              <a:buFont typeface="Arial"/>
              <a:buChar char="•"/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1941" y="487678"/>
            <a:ext cx="5007194" cy="1147159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 userDrawn="1">
          <p15:clr>
            <a:srgbClr val="FBAE40"/>
          </p15:clr>
        </p15:guide>
        <p15:guide id="2" pos="12960" userDrawn="1">
          <p15:clr>
            <a:srgbClr val="FBAE40"/>
          </p15:clr>
        </p15:guide>
        <p15:guide id="3" orient="horz" pos="1824" userDrawn="1">
          <p15:clr>
            <a:srgbClr val="FBAE40"/>
          </p15:clr>
        </p15:guide>
        <p15:guide id="4" pos="40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2492" y="487678"/>
            <a:ext cx="33290605" cy="2097024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752488" y="2584702"/>
            <a:ext cx="33290609" cy="10781342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981150" indent="-761980">
              <a:buFont typeface="Arial"/>
              <a:buChar char="•"/>
              <a:defRPr>
                <a:solidFill>
                  <a:schemeClr val="tx1"/>
                </a:solidFill>
              </a:defRPr>
            </a:lvl2pPr>
            <a:lvl3pPr marL="3047924" indent="-609584">
              <a:buFont typeface="Arial"/>
              <a:buChar char="•"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1941" y="487678"/>
            <a:ext cx="5007194" cy="1147159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13536" userDrawn="1">
          <p15:clr>
            <a:srgbClr val="FBAE40"/>
          </p15:clr>
        </p15:guide>
        <p15:guide id="3" orient="horz" pos="1824" userDrawn="1">
          <p15:clr>
            <a:srgbClr val="FBAE40"/>
          </p15:clr>
        </p15:guide>
        <p15:guide id="4" pos="21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4867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696" y="484632"/>
            <a:ext cx="38732462" cy="2514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1234443" y="3621023"/>
            <a:ext cx="38732459" cy="8785201"/>
          </a:xfrm>
          <a:noFill/>
        </p:spPr>
        <p:txBody>
          <a:bodyPr/>
          <a:lstStyle>
            <a:lvl1pPr marL="0" indent="0">
              <a:buNone/>
              <a:defRPr lang="en-US" sz="2934">
                <a:solidFill>
                  <a:schemeClr val="accent2"/>
                </a:solidFill>
                <a:effectLst/>
                <a:latin typeface="Lucida Console" panose="020B0609040504020204" pitchFamily="49" charset="0"/>
              </a:defRPr>
            </a:lvl1pPr>
            <a:lvl2pPr marL="1219170" indent="0">
              <a:buNone/>
              <a:defRPr>
                <a:latin typeface="Lucida Console" panose="020B0609040504020204" pitchFamily="49" charset="0"/>
              </a:defRPr>
            </a:lvl2pPr>
            <a:lvl3pPr marL="2438340" indent="0">
              <a:buNone/>
              <a:defRPr>
                <a:latin typeface="Lucida Console" panose="020B0609040504020204" pitchFamily="49" charset="0"/>
              </a:defRPr>
            </a:lvl3pPr>
            <a:lvl4pPr marL="3657508" indent="0">
              <a:buNone/>
              <a:defRPr>
                <a:latin typeface="Lucida Console" panose="020B0609040504020204" pitchFamily="49" charset="0"/>
              </a:defRPr>
            </a:lvl4pPr>
            <a:lvl5pPr marL="4876678" indent="0">
              <a:buNone/>
              <a:defRPr>
                <a:latin typeface="Lucida Console" panose="020B0609040504020204" pitchFamily="49" charset="0"/>
              </a:defRPr>
            </a:lvl5pPr>
          </a:lstStyle>
          <a:p>
            <a:r>
              <a:rPr lang="en-US" sz="3734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Syntax Test file for 68k Assembly code</a:t>
            </a:r>
            <a:endParaRPr lang="en-US" sz="2934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734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Some comments about this file</a:t>
            </a:r>
            <a:endParaRPr lang="en-US" sz="2934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734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.D0 00000000</a:t>
            </a:r>
            <a:endParaRPr lang="en-US" sz="2934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734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 2100 00000002</a:t>
            </a:r>
            <a:endParaRPr lang="en-US" sz="2934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734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2000;DI</a:t>
            </a:r>
            <a:endParaRPr lang="en-US" sz="2934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734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LEA.L $002100,A1</a:t>
            </a:r>
            <a:endParaRPr lang="en-US" sz="2934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734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#2,-(A1)</a:t>
            </a:r>
            <a:endParaRPr lang="en-US" sz="2934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3734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BSR $00002050</a:t>
            </a:r>
            <a:endParaRPr lang="en-US" sz="2934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3734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2050;DI</a:t>
            </a:r>
            <a:endParaRPr lang="en-US" sz="2934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3734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(A1)+,D1</a:t>
            </a:r>
            <a:endParaRPr lang="en-US" sz="2934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3734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(A1),D2</a:t>
            </a:r>
            <a:endParaRPr lang="en-US" sz="2934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3734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ADD.L D1,D2</a:t>
            </a:r>
            <a:endParaRPr lang="en-US" sz="2934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3734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D2,D0</a:t>
            </a:r>
            <a:endParaRPr lang="en-US" sz="2934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96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0373" y="5251206"/>
            <a:ext cx="34975800" cy="2480280"/>
          </a:xfrm>
        </p:spPr>
        <p:txBody>
          <a:bodyPr anchor="ctr">
            <a:noAutofit/>
          </a:bodyPr>
          <a:lstStyle>
            <a:lvl1pPr algn="l">
              <a:defRPr sz="10666" b="0" i="0" cap="none">
                <a:solidFill>
                  <a:schemeClr val="tx1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837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696" y="484632"/>
            <a:ext cx="38525446" cy="2511549"/>
          </a:xfrm>
        </p:spPr>
        <p:txBody>
          <a:bodyPr>
            <a:normAutofit/>
          </a:bodyPr>
          <a:lstStyle>
            <a:lvl1pPr>
              <a:defRPr sz="7466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2855" y="3511296"/>
            <a:ext cx="19027389" cy="8883902"/>
          </a:xfrm>
        </p:spPr>
        <p:txBody>
          <a:bodyPr/>
          <a:lstStyle>
            <a:lvl1pPr>
              <a:defRPr sz="5866">
                <a:solidFill>
                  <a:schemeClr val="accent2"/>
                </a:solidFill>
              </a:defRPr>
            </a:lvl1pPr>
            <a:lvl2pPr>
              <a:defRPr sz="5334">
                <a:solidFill>
                  <a:schemeClr val="accent2"/>
                </a:solidFill>
              </a:defRPr>
            </a:lvl2pPr>
            <a:lvl3pPr>
              <a:defRPr sz="4266">
                <a:solidFill>
                  <a:schemeClr val="accent2"/>
                </a:solidFill>
              </a:defRPr>
            </a:lvl3pPr>
            <a:lvl4pPr>
              <a:defRPr sz="4266">
                <a:solidFill>
                  <a:schemeClr val="accent2"/>
                </a:solidFill>
              </a:defRPr>
            </a:lvl4pPr>
            <a:lvl5pPr>
              <a:defRPr sz="4266">
                <a:solidFill>
                  <a:schemeClr val="accent2"/>
                </a:solidFill>
              </a:defRPr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10912" y="3511296"/>
            <a:ext cx="19027389" cy="8883902"/>
          </a:xfrm>
        </p:spPr>
        <p:txBody>
          <a:bodyPr/>
          <a:lstStyle>
            <a:lvl1pPr>
              <a:defRPr sz="5866">
                <a:solidFill>
                  <a:schemeClr val="accent2"/>
                </a:solidFill>
              </a:defRPr>
            </a:lvl1pPr>
            <a:lvl2pPr>
              <a:defRPr sz="5334">
                <a:solidFill>
                  <a:schemeClr val="accent2"/>
                </a:solidFill>
              </a:defRPr>
            </a:lvl2pPr>
            <a:lvl3pPr>
              <a:defRPr sz="4266">
                <a:solidFill>
                  <a:schemeClr val="accent2"/>
                </a:solidFill>
              </a:defRPr>
            </a:lvl3pPr>
            <a:lvl4pPr>
              <a:defRPr sz="4266">
                <a:solidFill>
                  <a:schemeClr val="accent2"/>
                </a:solidFill>
              </a:defRPr>
            </a:lvl4pPr>
            <a:lvl5pPr>
              <a:defRPr sz="4266">
                <a:solidFill>
                  <a:schemeClr val="accent2"/>
                </a:solidFill>
              </a:defRPr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51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8755" y="3493687"/>
            <a:ext cx="18845112" cy="1279526"/>
          </a:xfrm>
        </p:spPr>
        <p:txBody>
          <a:bodyPr anchor="b">
            <a:noAutofit/>
          </a:bodyPr>
          <a:lstStyle>
            <a:lvl1pPr marL="0" indent="0">
              <a:buNone/>
              <a:defRPr sz="5334" b="1">
                <a:solidFill>
                  <a:schemeClr val="accent2"/>
                </a:solidFill>
              </a:defRPr>
            </a:lvl1pPr>
            <a:lvl2pPr marL="1219170" indent="0">
              <a:buNone/>
              <a:defRPr sz="5334" b="1"/>
            </a:lvl2pPr>
            <a:lvl3pPr marL="2438340" indent="0">
              <a:buNone/>
              <a:defRPr sz="4800" b="1"/>
            </a:lvl3pPr>
            <a:lvl4pPr marL="3657508" indent="0">
              <a:buNone/>
              <a:defRPr sz="4266" b="1"/>
            </a:lvl4pPr>
            <a:lvl5pPr marL="4876678" indent="0">
              <a:buNone/>
              <a:defRPr sz="4266" b="1"/>
            </a:lvl5pPr>
            <a:lvl6pPr marL="6095848" indent="0">
              <a:buNone/>
              <a:defRPr sz="4266" b="1"/>
            </a:lvl6pPr>
            <a:lvl7pPr marL="7315018" indent="0">
              <a:buNone/>
              <a:defRPr sz="4266" b="1"/>
            </a:lvl7pPr>
            <a:lvl8pPr marL="8534186" indent="0">
              <a:buNone/>
              <a:defRPr sz="4266" b="1"/>
            </a:lvl8pPr>
            <a:lvl9pPr marL="9753356" indent="0">
              <a:buNone/>
              <a:defRPr sz="426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8755" y="4773208"/>
            <a:ext cx="18845112" cy="7902576"/>
          </a:xfrm>
        </p:spPr>
        <p:txBody>
          <a:bodyPr/>
          <a:lstStyle>
            <a:lvl1pPr>
              <a:defRPr sz="4266">
                <a:solidFill>
                  <a:schemeClr val="accent2"/>
                </a:solidFill>
              </a:defRPr>
            </a:lvl1pPr>
            <a:lvl2pPr>
              <a:defRPr sz="4266">
                <a:solidFill>
                  <a:schemeClr val="accent2"/>
                </a:solidFill>
              </a:defRPr>
            </a:lvl2pPr>
            <a:lvl3pPr>
              <a:defRPr sz="4266">
                <a:solidFill>
                  <a:schemeClr val="accent2"/>
                </a:solidFill>
              </a:defRPr>
            </a:lvl3pPr>
            <a:lvl4pPr>
              <a:defRPr sz="4266">
                <a:solidFill>
                  <a:schemeClr val="accent2"/>
                </a:solidFill>
              </a:defRPr>
            </a:lvl4pPr>
            <a:lvl5pPr>
              <a:defRPr sz="4266">
                <a:solidFill>
                  <a:schemeClr val="accent2"/>
                </a:solidFill>
              </a:defRPr>
            </a:lvl5pPr>
            <a:lvl6pPr>
              <a:defRPr sz="4266"/>
            </a:lvl6pPr>
            <a:lvl7pPr>
              <a:defRPr sz="4266"/>
            </a:lvl7pPr>
            <a:lvl8pPr>
              <a:defRPr sz="4266"/>
            </a:lvl8pPr>
            <a:lvl9pPr>
              <a:defRPr sz="4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996696" y="484632"/>
            <a:ext cx="38613844" cy="2514600"/>
          </a:xfrm>
        </p:spPr>
        <p:txBody>
          <a:bodyPr>
            <a:normAutofit/>
          </a:bodyPr>
          <a:lstStyle>
            <a:lvl1pPr>
              <a:defRPr sz="7466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5000" y="3493687"/>
            <a:ext cx="18897597" cy="1279526"/>
          </a:xfrm>
        </p:spPr>
        <p:txBody>
          <a:bodyPr anchor="b">
            <a:normAutofit/>
          </a:bodyPr>
          <a:lstStyle>
            <a:lvl1pPr marL="0" indent="0">
              <a:buNone/>
              <a:defRPr sz="5334" b="1">
                <a:solidFill>
                  <a:schemeClr val="accent2"/>
                </a:solidFill>
              </a:defRPr>
            </a:lvl1pPr>
            <a:lvl2pPr marL="1219170" indent="0">
              <a:buNone/>
              <a:defRPr sz="5334" b="1"/>
            </a:lvl2pPr>
            <a:lvl3pPr marL="2438340" indent="0">
              <a:buNone/>
              <a:defRPr sz="4800" b="1"/>
            </a:lvl3pPr>
            <a:lvl4pPr marL="3657508" indent="0">
              <a:buNone/>
              <a:defRPr sz="4266" b="1"/>
            </a:lvl4pPr>
            <a:lvl5pPr marL="4876678" indent="0">
              <a:buNone/>
              <a:defRPr sz="4266" b="1"/>
            </a:lvl5pPr>
            <a:lvl6pPr marL="6095848" indent="0">
              <a:buNone/>
              <a:defRPr sz="4266" b="1"/>
            </a:lvl6pPr>
            <a:lvl7pPr marL="7315018" indent="0">
              <a:buNone/>
              <a:defRPr sz="4266" b="1"/>
            </a:lvl7pPr>
            <a:lvl8pPr marL="8534186" indent="0">
              <a:buNone/>
              <a:defRPr sz="4266" b="1"/>
            </a:lvl8pPr>
            <a:lvl9pPr marL="9753356" indent="0">
              <a:buNone/>
              <a:defRPr sz="426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/>
          </p:nvPr>
        </p:nvSpPr>
        <p:spPr>
          <a:xfrm>
            <a:off x="20955000" y="4773208"/>
            <a:ext cx="18897597" cy="7902576"/>
          </a:xfrm>
        </p:spPr>
        <p:txBody>
          <a:bodyPr/>
          <a:lstStyle>
            <a:lvl1pPr>
              <a:defRPr sz="4266">
                <a:solidFill>
                  <a:schemeClr val="accent2"/>
                </a:solidFill>
              </a:defRPr>
            </a:lvl1pPr>
            <a:lvl2pPr>
              <a:defRPr sz="4266">
                <a:solidFill>
                  <a:schemeClr val="accent2"/>
                </a:solidFill>
              </a:defRPr>
            </a:lvl2pPr>
            <a:lvl3pPr>
              <a:defRPr sz="4266">
                <a:solidFill>
                  <a:schemeClr val="accent2"/>
                </a:solidFill>
              </a:defRPr>
            </a:lvl3pPr>
            <a:lvl4pPr>
              <a:defRPr sz="4266">
                <a:solidFill>
                  <a:schemeClr val="accent2"/>
                </a:solidFill>
              </a:defRPr>
            </a:lvl4pPr>
            <a:lvl5pPr>
              <a:defRPr sz="4266">
                <a:solidFill>
                  <a:schemeClr val="accent2"/>
                </a:solidFill>
              </a:defRPr>
            </a:lvl5pPr>
            <a:lvl6pPr>
              <a:defRPr sz="4266"/>
            </a:lvl6pPr>
            <a:lvl7pPr>
              <a:defRPr sz="4266"/>
            </a:lvl7pPr>
            <a:lvl8pPr>
              <a:defRPr sz="4266"/>
            </a:lvl8pPr>
            <a:lvl9pPr>
              <a:defRPr sz="4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1287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696" y="484632"/>
            <a:ext cx="39163752" cy="2514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4989" y="3538695"/>
            <a:ext cx="12734213" cy="9051926"/>
          </a:xfrm>
        </p:spPr>
        <p:txBody>
          <a:bodyPr>
            <a:normAutofit/>
          </a:bodyPr>
          <a:lstStyle>
            <a:lvl1pPr>
              <a:defRPr sz="4266">
                <a:solidFill>
                  <a:schemeClr val="accent2"/>
                </a:solidFill>
              </a:defRPr>
            </a:lvl1pPr>
            <a:lvl2pPr>
              <a:defRPr sz="4266">
                <a:solidFill>
                  <a:schemeClr val="accent2"/>
                </a:solidFill>
              </a:defRPr>
            </a:lvl2pPr>
            <a:lvl3pPr>
              <a:defRPr sz="4266"/>
            </a:lvl3pPr>
            <a:lvl4pPr marL="3657508" indent="0">
              <a:buNone/>
              <a:defRPr sz="4266"/>
            </a:lvl4pPr>
            <a:lvl5pPr>
              <a:defRPr sz="4266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10"/>
          </p:nvPr>
        </p:nvSpPr>
        <p:spPr>
          <a:xfrm>
            <a:off x="14275474" y="3538695"/>
            <a:ext cx="12734213" cy="9051926"/>
          </a:xfrm>
        </p:spPr>
        <p:txBody>
          <a:bodyPr>
            <a:normAutofit/>
          </a:bodyPr>
          <a:lstStyle>
            <a:lvl1pPr>
              <a:defRPr sz="4266">
                <a:solidFill>
                  <a:schemeClr val="accent2"/>
                </a:solidFill>
              </a:defRPr>
            </a:lvl1pPr>
            <a:lvl2pPr>
              <a:defRPr sz="4266">
                <a:solidFill>
                  <a:schemeClr val="accent2"/>
                </a:solidFill>
              </a:defRPr>
            </a:lvl2pPr>
            <a:lvl3pPr>
              <a:defRPr sz="4266"/>
            </a:lvl3pPr>
            <a:lvl4pPr marL="3657508" indent="0">
              <a:buNone/>
              <a:defRPr sz="4266"/>
            </a:lvl4pPr>
            <a:lvl5pPr>
              <a:defRPr sz="4266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1"/>
          </p:nvPr>
        </p:nvSpPr>
        <p:spPr>
          <a:xfrm>
            <a:off x="27426235" y="3538695"/>
            <a:ext cx="12734213" cy="9051926"/>
          </a:xfrm>
        </p:spPr>
        <p:txBody>
          <a:bodyPr>
            <a:normAutofit/>
          </a:bodyPr>
          <a:lstStyle>
            <a:lvl1pPr>
              <a:defRPr sz="4266">
                <a:solidFill>
                  <a:schemeClr val="accent2"/>
                </a:solidFill>
              </a:defRPr>
            </a:lvl1pPr>
            <a:lvl2pPr>
              <a:defRPr sz="4266">
                <a:solidFill>
                  <a:schemeClr val="accent2"/>
                </a:solidFill>
              </a:defRPr>
            </a:lvl2pPr>
            <a:lvl3pPr>
              <a:defRPr sz="4266"/>
            </a:lvl3pPr>
            <a:lvl4pPr marL="3657508" indent="0">
              <a:buNone/>
              <a:defRPr sz="4266"/>
            </a:lvl4pPr>
            <a:lvl5pPr>
              <a:defRPr sz="4266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26396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696" y="484632"/>
            <a:ext cx="39236904" cy="2514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996696" y="8594922"/>
            <a:ext cx="9398482" cy="1024565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4000">
                <a:solidFill>
                  <a:schemeClr val="accent2"/>
                </a:solidFill>
              </a:defRPr>
            </a:lvl1pPr>
            <a:lvl2pPr marL="1219170" indent="0">
              <a:buNone/>
              <a:defRPr sz="3200"/>
            </a:lvl2pPr>
            <a:lvl3pPr marL="2438340" indent="0">
              <a:buNone/>
              <a:defRPr sz="2666"/>
            </a:lvl3pPr>
            <a:lvl4pPr marL="3657508" indent="0">
              <a:buNone/>
              <a:defRPr sz="2400"/>
            </a:lvl4pPr>
            <a:lvl5pPr marL="4876678" indent="0">
              <a:buNone/>
              <a:defRPr sz="2400"/>
            </a:lvl5pPr>
            <a:lvl6pPr marL="6095848" indent="0">
              <a:buNone/>
              <a:defRPr sz="2400"/>
            </a:lvl6pPr>
            <a:lvl7pPr marL="7315018" indent="0">
              <a:buNone/>
              <a:defRPr sz="2400"/>
            </a:lvl7pPr>
            <a:lvl8pPr marL="8534186" indent="0">
              <a:buNone/>
              <a:defRPr sz="2400"/>
            </a:lvl8pPr>
            <a:lvl9pPr marL="9753356" indent="0">
              <a:buNone/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1"/>
          </p:nvPr>
        </p:nvSpPr>
        <p:spPr>
          <a:xfrm>
            <a:off x="10915655" y="8631497"/>
            <a:ext cx="9398482" cy="1024565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4000">
                <a:solidFill>
                  <a:schemeClr val="accent2"/>
                </a:solidFill>
              </a:defRPr>
            </a:lvl1pPr>
            <a:lvl2pPr marL="1219170" indent="0">
              <a:buNone/>
              <a:defRPr sz="3200"/>
            </a:lvl2pPr>
            <a:lvl3pPr marL="2438340" indent="0">
              <a:buNone/>
              <a:defRPr sz="2666"/>
            </a:lvl3pPr>
            <a:lvl4pPr marL="3657508" indent="0">
              <a:buNone/>
              <a:defRPr sz="2400"/>
            </a:lvl4pPr>
            <a:lvl5pPr marL="4876678" indent="0">
              <a:buNone/>
              <a:defRPr sz="2400"/>
            </a:lvl5pPr>
            <a:lvl6pPr marL="6095848" indent="0">
              <a:buNone/>
              <a:defRPr sz="2400"/>
            </a:lvl6pPr>
            <a:lvl7pPr marL="7315018" indent="0">
              <a:buNone/>
              <a:defRPr sz="2400"/>
            </a:lvl7pPr>
            <a:lvl8pPr marL="8534186" indent="0">
              <a:buNone/>
              <a:defRPr sz="2400"/>
            </a:lvl8pPr>
            <a:lvl9pPr marL="9753356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3"/>
          </p:nvPr>
        </p:nvSpPr>
        <p:spPr>
          <a:xfrm>
            <a:off x="20846819" y="8631497"/>
            <a:ext cx="9398482" cy="1024565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4000" b="0" i="0">
                <a:solidFill>
                  <a:schemeClr val="accent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1219170" indent="0">
              <a:buNone/>
              <a:defRPr sz="3200"/>
            </a:lvl2pPr>
            <a:lvl3pPr marL="2438340" indent="0">
              <a:buNone/>
              <a:defRPr sz="2666"/>
            </a:lvl3pPr>
            <a:lvl4pPr marL="3657508" indent="0">
              <a:buNone/>
              <a:defRPr sz="2400"/>
            </a:lvl4pPr>
            <a:lvl5pPr marL="4876678" indent="0">
              <a:buNone/>
              <a:defRPr sz="2400"/>
            </a:lvl5pPr>
            <a:lvl6pPr marL="6095848" indent="0">
              <a:buNone/>
              <a:defRPr sz="2400"/>
            </a:lvl6pPr>
            <a:lvl7pPr marL="7315018" indent="0">
              <a:buNone/>
              <a:defRPr sz="2400"/>
            </a:lvl7pPr>
            <a:lvl8pPr marL="8534186" indent="0">
              <a:buNone/>
              <a:defRPr sz="2400"/>
            </a:lvl8pPr>
            <a:lvl9pPr marL="9753356" indent="0">
              <a:buNone/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5"/>
          </p:nvPr>
        </p:nvSpPr>
        <p:spPr>
          <a:xfrm>
            <a:off x="30835118" y="8594922"/>
            <a:ext cx="9398482" cy="1024565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4000">
                <a:solidFill>
                  <a:schemeClr val="accent2"/>
                </a:solidFill>
              </a:defRPr>
            </a:lvl1pPr>
            <a:lvl2pPr marL="1219170" indent="0">
              <a:buNone/>
              <a:defRPr sz="3200"/>
            </a:lvl2pPr>
            <a:lvl3pPr marL="2438340" indent="0">
              <a:buNone/>
              <a:defRPr sz="2666"/>
            </a:lvl3pPr>
            <a:lvl4pPr marL="3657508" indent="0">
              <a:buNone/>
              <a:defRPr sz="2400"/>
            </a:lvl4pPr>
            <a:lvl5pPr marL="4876678" indent="0">
              <a:buNone/>
              <a:defRPr sz="2400"/>
            </a:lvl5pPr>
            <a:lvl6pPr marL="6095848" indent="0">
              <a:buNone/>
              <a:defRPr sz="2400"/>
            </a:lvl6pPr>
            <a:lvl7pPr marL="7315018" indent="0">
              <a:buNone/>
              <a:defRPr sz="2400"/>
            </a:lvl7pPr>
            <a:lvl8pPr marL="8534186" indent="0">
              <a:buNone/>
              <a:defRPr sz="2400"/>
            </a:lvl8pPr>
            <a:lvl9pPr marL="9753356" indent="0">
              <a:buNone/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96696" y="4278277"/>
            <a:ext cx="9398482" cy="4040715"/>
          </a:xfrm>
          <a:ln>
            <a:noFill/>
          </a:ln>
        </p:spPr>
        <p:txBody>
          <a:bodyPr anchor="ctr" anchorCtr="0">
            <a:normAutofit/>
          </a:bodyPr>
          <a:lstStyle>
            <a:lvl1pPr algn="ctr">
              <a:defRPr sz="2666" b="1" i="1" baseline="0">
                <a:solidFill>
                  <a:schemeClr val="accent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0915655" y="4278277"/>
            <a:ext cx="9398482" cy="4040715"/>
          </a:xfrm>
          <a:ln>
            <a:noFill/>
          </a:ln>
        </p:spPr>
        <p:txBody>
          <a:bodyPr anchor="ctr" anchorCtr="0">
            <a:normAutofit/>
          </a:bodyPr>
          <a:lstStyle>
            <a:lvl1pPr algn="ctr">
              <a:defRPr sz="2666" b="1" i="1" baseline="0">
                <a:solidFill>
                  <a:schemeClr val="accent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20846819" y="4278277"/>
            <a:ext cx="9398482" cy="4040715"/>
          </a:xfrm>
          <a:ln>
            <a:noFill/>
          </a:ln>
        </p:spPr>
        <p:txBody>
          <a:bodyPr anchor="ctr" anchorCtr="0">
            <a:normAutofit/>
          </a:bodyPr>
          <a:lstStyle>
            <a:lvl1pPr algn="ctr">
              <a:defRPr sz="2666" b="1" i="1" baseline="0">
                <a:solidFill>
                  <a:schemeClr val="accent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30835118" y="4278277"/>
            <a:ext cx="9398482" cy="4040715"/>
          </a:xfrm>
          <a:ln>
            <a:noFill/>
          </a:ln>
        </p:spPr>
        <p:txBody>
          <a:bodyPr anchor="ctr" anchorCtr="0">
            <a:normAutofit/>
          </a:bodyPr>
          <a:lstStyle>
            <a:lvl1pPr algn="ctr">
              <a:defRPr sz="2666" b="1" i="1" baseline="0">
                <a:solidFill>
                  <a:schemeClr val="accent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2302505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696" y="484632"/>
            <a:ext cx="36909756" cy="2514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9190" y="6676287"/>
            <a:ext cx="8658225" cy="909174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>
                <a:solidFill>
                  <a:schemeClr val="accent2"/>
                </a:solidFill>
              </a:defRPr>
            </a:lvl1pPr>
            <a:lvl2pPr marL="1219170" indent="0">
              <a:buNone/>
              <a:defRPr sz="3200"/>
            </a:lvl2pPr>
            <a:lvl3pPr marL="2438340" indent="0">
              <a:buNone/>
              <a:defRPr sz="2666"/>
            </a:lvl3pPr>
            <a:lvl4pPr marL="3657508" indent="0">
              <a:buNone/>
              <a:defRPr sz="2400"/>
            </a:lvl4pPr>
            <a:lvl5pPr marL="4876678" indent="0">
              <a:buNone/>
              <a:defRPr sz="2400"/>
            </a:lvl5pPr>
            <a:lvl6pPr marL="6095848" indent="0">
              <a:buNone/>
              <a:defRPr sz="2400"/>
            </a:lvl6pPr>
            <a:lvl7pPr marL="7315018" indent="0">
              <a:buNone/>
              <a:defRPr sz="2400"/>
            </a:lvl7pPr>
            <a:lvl8pPr marL="8534186" indent="0">
              <a:buNone/>
              <a:defRPr sz="2400"/>
            </a:lvl8pPr>
            <a:lvl9pPr marL="9753356" indent="0">
              <a:buNone/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1"/>
          </p:nvPr>
        </p:nvSpPr>
        <p:spPr>
          <a:xfrm>
            <a:off x="15466380" y="6676287"/>
            <a:ext cx="8658225" cy="909174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>
                <a:solidFill>
                  <a:schemeClr val="accent2"/>
                </a:solidFill>
              </a:defRPr>
            </a:lvl1pPr>
            <a:lvl2pPr marL="1219170" indent="0">
              <a:buNone/>
              <a:defRPr sz="3200"/>
            </a:lvl2pPr>
            <a:lvl3pPr marL="2438340" indent="0">
              <a:buNone/>
              <a:defRPr sz="2666"/>
            </a:lvl3pPr>
            <a:lvl4pPr marL="3657508" indent="0">
              <a:buNone/>
              <a:defRPr sz="2400"/>
            </a:lvl4pPr>
            <a:lvl5pPr marL="4876678" indent="0">
              <a:buNone/>
              <a:defRPr sz="2400"/>
            </a:lvl5pPr>
            <a:lvl6pPr marL="6095848" indent="0">
              <a:buNone/>
              <a:defRPr sz="2400"/>
            </a:lvl6pPr>
            <a:lvl7pPr marL="7315018" indent="0">
              <a:buNone/>
              <a:defRPr sz="2400"/>
            </a:lvl7pPr>
            <a:lvl8pPr marL="8534186" indent="0">
              <a:buNone/>
              <a:defRPr sz="2400"/>
            </a:lvl8pPr>
            <a:lvl9pPr marL="9753356" indent="0">
              <a:buNone/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13"/>
          </p:nvPr>
        </p:nvSpPr>
        <p:spPr>
          <a:xfrm>
            <a:off x="29621876" y="6676287"/>
            <a:ext cx="8658225" cy="909174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>
                <a:solidFill>
                  <a:schemeClr val="accent2"/>
                </a:solidFill>
              </a:defRPr>
            </a:lvl1pPr>
            <a:lvl2pPr marL="1219170" indent="0">
              <a:buNone/>
              <a:defRPr sz="3200"/>
            </a:lvl2pPr>
            <a:lvl3pPr marL="2438340" indent="0">
              <a:buNone/>
              <a:defRPr sz="2666"/>
            </a:lvl3pPr>
            <a:lvl4pPr marL="3657508" indent="0">
              <a:buNone/>
              <a:defRPr sz="2400"/>
            </a:lvl4pPr>
            <a:lvl5pPr marL="4876678" indent="0">
              <a:buNone/>
              <a:defRPr sz="2400"/>
            </a:lvl5pPr>
            <a:lvl6pPr marL="6095848" indent="0">
              <a:buNone/>
              <a:defRPr sz="2400"/>
            </a:lvl6pPr>
            <a:lvl7pPr marL="7315018" indent="0">
              <a:buNone/>
              <a:defRPr sz="2400"/>
            </a:lvl7pPr>
            <a:lvl8pPr marL="8534186" indent="0">
              <a:buNone/>
              <a:defRPr sz="2400"/>
            </a:lvl8pPr>
            <a:lvl9pPr marL="9753356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39190" y="11507601"/>
            <a:ext cx="8658225" cy="909174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>
                <a:solidFill>
                  <a:schemeClr val="accent2"/>
                </a:solidFill>
              </a:defRPr>
            </a:lvl1pPr>
            <a:lvl2pPr marL="1219170" indent="0">
              <a:buNone/>
              <a:defRPr sz="3200"/>
            </a:lvl2pPr>
            <a:lvl3pPr marL="2438340" indent="0">
              <a:buNone/>
              <a:defRPr sz="2666"/>
            </a:lvl3pPr>
            <a:lvl4pPr marL="3657508" indent="0">
              <a:buNone/>
              <a:defRPr sz="2400"/>
            </a:lvl4pPr>
            <a:lvl5pPr marL="4876678" indent="0">
              <a:buNone/>
              <a:defRPr sz="2400"/>
            </a:lvl5pPr>
            <a:lvl6pPr marL="6095848" indent="0">
              <a:buNone/>
              <a:defRPr sz="2400"/>
            </a:lvl6pPr>
            <a:lvl7pPr marL="7315018" indent="0">
              <a:buNone/>
              <a:defRPr sz="2400"/>
            </a:lvl7pPr>
            <a:lvl8pPr marL="8534186" indent="0">
              <a:buNone/>
              <a:defRPr sz="2400"/>
            </a:lvl8pPr>
            <a:lvl9pPr marL="9753356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17"/>
          </p:nvPr>
        </p:nvSpPr>
        <p:spPr>
          <a:xfrm>
            <a:off x="15466380" y="11507601"/>
            <a:ext cx="8658225" cy="909174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>
                <a:solidFill>
                  <a:schemeClr val="accent2"/>
                </a:solidFill>
              </a:defRPr>
            </a:lvl1pPr>
            <a:lvl2pPr marL="1219170" indent="0">
              <a:buNone/>
              <a:defRPr sz="3200"/>
            </a:lvl2pPr>
            <a:lvl3pPr marL="2438340" indent="0">
              <a:buNone/>
              <a:defRPr sz="2666"/>
            </a:lvl3pPr>
            <a:lvl4pPr marL="3657508" indent="0">
              <a:buNone/>
              <a:defRPr sz="2400"/>
            </a:lvl4pPr>
            <a:lvl5pPr marL="4876678" indent="0">
              <a:buNone/>
              <a:defRPr sz="2400"/>
            </a:lvl5pPr>
            <a:lvl6pPr marL="6095848" indent="0">
              <a:buNone/>
              <a:defRPr sz="2400"/>
            </a:lvl6pPr>
            <a:lvl7pPr marL="7315018" indent="0">
              <a:buNone/>
              <a:defRPr sz="2400"/>
            </a:lvl7pPr>
            <a:lvl8pPr marL="8534186" indent="0">
              <a:buNone/>
              <a:defRPr sz="2400"/>
            </a:lvl8pPr>
            <a:lvl9pPr marL="9753356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248227" y="11507601"/>
            <a:ext cx="8658225" cy="909174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>
                <a:solidFill>
                  <a:schemeClr val="accent2"/>
                </a:solidFill>
              </a:defRPr>
            </a:lvl1pPr>
            <a:lvl2pPr marL="1219170" indent="0">
              <a:buNone/>
              <a:defRPr sz="3200"/>
            </a:lvl2pPr>
            <a:lvl3pPr marL="2438340" indent="0">
              <a:buNone/>
              <a:defRPr sz="2666"/>
            </a:lvl3pPr>
            <a:lvl4pPr marL="3657508" indent="0">
              <a:buNone/>
              <a:defRPr sz="2400"/>
            </a:lvl4pPr>
            <a:lvl5pPr marL="4876678" indent="0">
              <a:buNone/>
              <a:defRPr sz="2400"/>
            </a:lvl5pPr>
            <a:lvl6pPr marL="6095848" indent="0">
              <a:buNone/>
              <a:defRPr sz="2400"/>
            </a:lvl6pPr>
            <a:lvl7pPr marL="7315018" indent="0">
              <a:buNone/>
              <a:defRPr sz="2400"/>
            </a:lvl7pPr>
            <a:lvl8pPr marL="8534186" indent="0">
              <a:buNone/>
              <a:defRPr sz="2400"/>
            </a:lvl8pPr>
            <a:lvl9pPr marL="9753356" indent="0">
              <a:buNone/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1339217" y="3413356"/>
            <a:ext cx="8658225" cy="2935112"/>
          </a:xfrm>
          <a:ln>
            <a:noFill/>
          </a:ln>
        </p:spPr>
        <p:txBody>
          <a:bodyPr anchor="ctr" anchorCtr="0">
            <a:normAutofit/>
          </a:bodyPr>
          <a:lstStyle>
            <a:lvl1pPr algn="ctr">
              <a:defRPr sz="2666" b="1" i="0" baseline="0">
                <a:solidFill>
                  <a:schemeClr val="accent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5466380" y="3413356"/>
            <a:ext cx="8658225" cy="2935112"/>
          </a:xfrm>
          <a:ln>
            <a:noFill/>
          </a:ln>
        </p:spPr>
        <p:txBody>
          <a:bodyPr anchor="ctr" anchorCtr="0">
            <a:normAutofit/>
          </a:bodyPr>
          <a:lstStyle>
            <a:lvl1pPr algn="ctr">
              <a:defRPr sz="2666" b="1" i="0" baseline="0">
                <a:solidFill>
                  <a:schemeClr val="accent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29248227" y="3413356"/>
            <a:ext cx="8658225" cy="2935112"/>
          </a:xfrm>
          <a:ln>
            <a:noFill/>
          </a:ln>
        </p:spPr>
        <p:txBody>
          <a:bodyPr anchor="ctr" anchorCtr="0">
            <a:normAutofit/>
          </a:bodyPr>
          <a:lstStyle>
            <a:lvl1pPr algn="ctr">
              <a:defRPr sz="2666" b="1" i="0" baseline="0">
                <a:solidFill>
                  <a:schemeClr val="accent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1339217" y="8357554"/>
            <a:ext cx="8658225" cy="2935112"/>
          </a:xfrm>
          <a:ln>
            <a:noFill/>
          </a:ln>
        </p:spPr>
        <p:txBody>
          <a:bodyPr anchor="ctr" anchorCtr="0">
            <a:normAutofit/>
          </a:bodyPr>
          <a:lstStyle>
            <a:lvl1pPr algn="ctr">
              <a:defRPr sz="2666" b="1" i="0" baseline="0">
                <a:solidFill>
                  <a:schemeClr val="accent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15466380" y="8357554"/>
            <a:ext cx="8658225" cy="2935112"/>
          </a:xfrm>
          <a:ln>
            <a:noFill/>
          </a:ln>
        </p:spPr>
        <p:txBody>
          <a:bodyPr anchor="ctr" anchorCtr="0">
            <a:normAutofit/>
          </a:bodyPr>
          <a:lstStyle>
            <a:lvl1pPr algn="ctr">
              <a:defRPr sz="2666" b="1" i="0" baseline="0">
                <a:solidFill>
                  <a:schemeClr val="accent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29248227" y="8327404"/>
            <a:ext cx="8658225" cy="2935112"/>
          </a:xfrm>
          <a:ln>
            <a:noFill/>
          </a:ln>
        </p:spPr>
        <p:txBody>
          <a:bodyPr anchor="ctr" anchorCtr="0">
            <a:normAutofit/>
          </a:bodyPr>
          <a:lstStyle>
            <a:lvl1pPr algn="ctr">
              <a:defRPr sz="2666" b="1" i="0" baseline="0">
                <a:solidFill>
                  <a:schemeClr val="accent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273093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9267" y="487683"/>
            <a:ext cx="39043836" cy="251154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9267" y="3401567"/>
            <a:ext cx="39043836" cy="9400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420098" y="-2009420"/>
            <a:ext cx="41229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11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93" r:id="rId2"/>
    <p:sldLayoutId id="2147483676" r:id="rId3"/>
    <p:sldLayoutId id="2147483699" r:id="rId4"/>
    <p:sldLayoutId id="2147483700" r:id="rId5"/>
    <p:sldLayoutId id="2147483698" r:id="rId6"/>
    <p:sldLayoutId id="2147483692" r:id="rId7"/>
    <p:sldLayoutId id="2147483677" r:id="rId8"/>
    <p:sldLayoutId id="2147483678" r:id="rId9"/>
    <p:sldLayoutId id="2147483679" r:id="rId10"/>
    <p:sldLayoutId id="2147483689" r:id="rId11"/>
    <p:sldLayoutId id="2147483690" r:id="rId12"/>
    <p:sldLayoutId id="2147483691" r:id="rId13"/>
  </p:sldLayoutIdLst>
  <p:txStyles>
    <p:titleStyle>
      <a:lvl1pPr algn="l" defTabSz="1219170" rtl="0" eaLnBrk="1" latinLnBrk="0" hangingPunct="1">
        <a:spcBef>
          <a:spcPct val="0"/>
        </a:spcBef>
        <a:buNone/>
        <a:defRPr sz="7466" b="0" i="0" kern="1200" spc="0">
          <a:solidFill>
            <a:schemeClr val="tx1"/>
          </a:solidFill>
          <a:latin typeface="Amazon Ember Light" charset="0"/>
          <a:ea typeface="Amazon Ember Light" charset="0"/>
          <a:cs typeface="Amazon Ember Light" charset="0"/>
        </a:defRPr>
      </a:lvl1pPr>
    </p:titleStyle>
    <p:bodyStyle>
      <a:lvl1pPr marL="0" indent="0" algn="l" defTabSz="1219170" rtl="0" eaLnBrk="1" latinLnBrk="0" hangingPunct="1">
        <a:spcBef>
          <a:spcPct val="20000"/>
        </a:spcBef>
        <a:buFontTx/>
        <a:buNone/>
        <a:defRPr sz="5334" b="0" i="0" kern="1200">
          <a:solidFill>
            <a:schemeClr val="accent2"/>
          </a:solidFill>
          <a:latin typeface="Amazon Ember Light" charset="0"/>
          <a:ea typeface="Amazon Ember Light" charset="0"/>
          <a:cs typeface="Amazon Ember Light" charset="0"/>
        </a:defRPr>
      </a:lvl1pPr>
      <a:lvl2pPr marL="1981150" indent="-761980" algn="l" defTabSz="1219170" rtl="0" eaLnBrk="1" latinLnBrk="0" hangingPunct="1">
        <a:spcBef>
          <a:spcPct val="20000"/>
        </a:spcBef>
        <a:buFont typeface="Arial"/>
        <a:buChar char="•"/>
        <a:defRPr sz="4266" b="0" i="0" kern="1200">
          <a:solidFill>
            <a:schemeClr val="accent2"/>
          </a:solidFill>
          <a:latin typeface="Amazon Ember Light" charset="0"/>
          <a:ea typeface="Amazon Ember Light" charset="0"/>
          <a:cs typeface="Amazon Ember Light" charset="0"/>
        </a:defRPr>
      </a:lvl2pPr>
      <a:lvl3pPr marL="3047924" indent="-609584" algn="l" defTabSz="1219170" rtl="0" eaLnBrk="1" latinLnBrk="0" hangingPunct="1">
        <a:spcBef>
          <a:spcPct val="20000"/>
        </a:spcBef>
        <a:buFont typeface="Arial"/>
        <a:buChar char="•"/>
        <a:defRPr sz="4266" b="0" i="0" kern="1200">
          <a:solidFill>
            <a:schemeClr val="accent2"/>
          </a:solidFill>
          <a:latin typeface="Amazon Ember Light" charset="0"/>
          <a:ea typeface="Amazon Ember Light" charset="0"/>
          <a:cs typeface="Amazon Ember Light" charset="0"/>
        </a:defRPr>
      </a:lvl3pPr>
      <a:lvl4pPr marL="4267094" indent="-609584" algn="l" defTabSz="1219170" rtl="0" eaLnBrk="1" latinLnBrk="0" hangingPunct="1">
        <a:spcBef>
          <a:spcPct val="20000"/>
        </a:spcBef>
        <a:buFont typeface="Arial"/>
        <a:buChar char="–"/>
        <a:defRPr sz="4266" b="0" i="0" kern="1200">
          <a:solidFill>
            <a:schemeClr val="accent2"/>
          </a:solidFill>
          <a:latin typeface="Amazon Ember Light" charset="0"/>
          <a:ea typeface="Amazon Ember Light" charset="0"/>
          <a:cs typeface="Amazon Ember Light" charset="0"/>
        </a:defRPr>
      </a:lvl4pPr>
      <a:lvl5pPr marL="5486262" indent="-609584" algn="l" defTabSz="1219170" rtl="0" eaLnBrk="1" latinLnBrk="0" hangingPunct="1">
        <a:spcBef>
          <a:spcPct val="20000"/>
        </a:spcBef>
        <a:buFont typeface="Arial"/>
        <a:buChar char="»"/>
        <a:defRPr sz="4266" b="0" i="0" kern="1200">
          <a:solidFill>
            <a:schemeClr val="accent2"/>
          </a:solidFill>
          <a:latin typeface="Amazon Ember Light" charset="0"/>
          <a:ea typeface="Amazon Ember Light" charset="0"/>
          <a:cs typeface="Amazon Ember Light" charset="0"/>
        </a:defRPr>
      </a:lvl5pPr>
      <a:lvl6pPr marL="6705432" indent="-609584" algn="l" defTabSz="1219170" rtl="0" eaLnBrk="1" latinLnBrk="0" hangingPunct="1">
        <a:spcBef>
          <a:spcPct val="20000"/>
        </a:spcBef>
        <a:buFont typeface="Arial"/>
        <a:buChar char="•"/>
        <a:defRPr sz="5334" kern="1200">
          <a:solidFill>
            <a:schemeClr val="tx1"/>
          </a:solidFill>
          <a:latin typeface="+mn-lt"/>
          <a:ea typeface="+mn-ea"/>
          <a:cs typeface="+mn-cs"/>
        </a:defRPr>
      </a:lvl6pPr>
      <a:lvl7pPr marL="7924602" indent="-609584" algn="l" defTabSz="1219170" rtl="0" eaLnBrk="1" latinLnBrk="0" hangingPunct="1">
        <a:spcBef>
          <a:spcPct val="20000"/>
        </a:spcBef>
        <a:buFont typeface="Arial"/>
        <a:buChar char="•"/>
        <a:defRPr sz="5334" kern="1200">
          <a:solidFill>
            <a:schemeClr val="tx1"/>
          </a:solidFill>
          <a:latin typeface="+mn-lt"/>
          <a:ea typeface="+mn-ea"/>
          <a:cs typeface="+mn-cs"/>
        </a:defRPr>
      </a:lvl7pPr>
      <a:lvl8pPr marL="9143772" indent="-609584" algn="l" defTabSz="1219170" rtl="0" eaLnBrk="1" latinLnBrk="0" hangingPunct="1">
        <a:spcBef>
          <a:spcPct val="20000"/>
        </a:spcBef>
        <a:buFont typeface="Arial"/>
        <a:buChar char="•"/>
        <a:defRPr sz="5334" kern="1200">
          <a:solidFill>
            <a:schemeClr val="tx1"/>
          </a:solidFill>
          <a:latin typeface="+mn-lt"/>
          <a:ea typeface="+mn-ea"/>
          <a:cs typeface="+mn-cs"/>
        </a:defRPr>
      </a:lvl8pPr>
      <a:lvl9pPr marL="10362940" indent="-609584" algn="l" defTabSz="1219170" rtl="0" eaLnBrk="1" latinLnBrk="0" hangingPunct="1">
        <a:spcBef>
          <a:spcPct val="20000"/>
        </a:spcBef>
        <a:buFont typeface="Arial"/>
        <a:buChar char="•"/>
        <a:defRPr sz="53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170" algn="l" defTabSz="121917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340" algn="l" defTabSz="121917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508" algn="l" defTabSz="121917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678" algn="l" defTabSz="121917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5848" algn="l" defTabSz="121917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018" algn="l" defTabSz="121917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186" algn="l" defTabSz="121917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356" algn="l" defTabSz="121917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148000" cy="1371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 flipH="1">
            <a:off x="16896805" y="7968343"/>
            <a:ext cx="8009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B100"/>
                </a:solidFill>
                <a:latin typeface="Amazon Ember" charset="0"/>
                <a:ea typeface="Amazon Ember" charset="0"/>
                <a:cs typeface="Amazon Ember" charset="0"/>
              </a:rPr>
              <a:t>PAKISTAN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3193486" y="8430008"/>
            <a:ext cx="44849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4035658" y="8430008"/>
            <a:ext cx="44849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63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27223" y="4910136"/>
            <a:ext cx="1391551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Amazon Ember" charset="0"/>
                <a:ea typeface="Amazon Ember" charset="0"/>
                <a:cs typeface="Amazon Ember" charset="0"/>
              </a:rPr>
              <a:t>10:00 - 11:00 AM</a:t>
            </a:r>
          </a:p>
          <a:p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	Open Source: What Works and What Doesn't</a:t>
            </a:r>
          </a:p>
          <a:p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	Mike Barrett, Engineering Lead, Remind</a:t>
            </a:r>
          </a:p>
          <a:p>
            <a:r>
              <a:rPr lang="en-US" sz="2800" b="1" dirty="0">
                <a:latin typeface="Amazon Ember" charset="0"/>
                <a:ea typeface="Amazon Ember" charset="0"/>
                <a:cs typeface="Amazon Ember" charset="0"/>
              </a:rPr>
              <a:t>11:00 AM - 12:00 PM </a:t>
            </a:r>
          </a:p>
          <a:p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	Security for Complex Networks on AWS</a:t>
            </a:r>
          </a:p>
          <a:p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	Teri </a:t>
            </a:r>
            <a:r>
              <a:rPr lang="en-US" sz="2800" dirty="0" err="1">
                <a:latin typeface="Amazon Ember" charset="0"/>
                <a:ea typeface="Amazon Ember" charset="0"/>
                <a:cs typeface="Amazon Ember" charset="0"/>
              </a:rPr>
              <a:t>Radichel</a:t>
            </a:r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, Director of Security Strategy, WatchGuard</a:t>
            </a:r>
          </a:p>
          <a:p>
            <a:r>
              <a:rPr lang="en-US" sz="2800" b="1" dirty="0">
                <a:latin typeface="Amazon Ember" charset="0"/>
                <a:ea typeface="Amazon Ember" charset="0"/>
                <a:cs typeface="Amazon Ember" charset="0"/>
              </a:rPr>
              <a:t>1:15 - 2:15 PM </a:t>
            </a:r>
          </a:p>
          <a:p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	And the CFO Wept: AWS Cost Control</a:t>
            </a:r>
          </a:p>
          <a:p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	Corey Quinn, Editor</a:t>
            </a:r>
          </a:p>
          <a:p>
            <a:r>
              <a:rPr lang="en-US" sz="2800" b="1" dirty="0">
                <a:latin typeface="Amazon Ember" charset="0"/>
                <a:ea typeface="Amazon Ember" charset="0"/>
                <a:cs typeface="Amazon Ember" charset="0"/>
              </a:rPr>
              <a:t>2:30 - 3:30 PM</a:t>
            </a:r>
          </a:p>
          <a:p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	Learning AWS the Hard Way</a:t>
            </a:r>
          </a:p>
          <a:p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	Valentino </a:t>
            </a:r>
            <a:r>
              <a:rPr lang="en-US" sz="2800" dirty="0" err="1">
                <a:latin typeface="Amazon Ember" charset="0"/>
                <a:ea typeface="Amazon Ember" charset="0"/>
                <a:cs typeface="Amazon Ember" charset="0"/>
              </a:rPr>
              <a:t>Volonghi</a:t>
            </a:r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, CTO, </a:t>
            </a:r>
            <a:r>
              <a:rPr lang="en-US" sz="2800" dirty="0" err="1">
                <a:latin typeface="Amazon Ember" charset="0"/>
                <a:ea typeface="Amazon Ember" charset="0"/>
                <a:cs typeface="Amazon Ember" charset="0"/>
              </a:rPr>
              <a:t>AdRoll</a:t>
            </a:r>
            <a:endParaRPr lang="en-US" sz="2800" dirty="0">
              <a:latin typeface="Amazon Ember" charset="0"/>
              <a:ea typeface="Amazon Ember" charset="0"/>
              <a:cs typeface="Amazon Ember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54273" y="4910136"/>
            <a:ext cx="1391551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Amazon Ember" charset="0"/>
                <a:ea typeface="Amazon Ember" charset="0"/>
                <a:cs typeface="Amazon Ember" charset="0"/>
              </a:rPr>
              <a:t>10:00 - 11:00 AM</a:t>
            </a:r>
          </a:p>
          <a:p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	Open Source: What Works and What Doesn't</a:t>
            </a:r>
          </a:p>
          <a:p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	Mike Barrett, Engineering Lead, Remind</a:t>
            </a:r>
          </a:p>
          <a:p>
            <a:r>
              <a:rPr lang="en-US" sz="2800" b="1" dirty="0">
                <a:latin typeface="Amazon Ember" charset="0"/>
                <a:ea typeface="Amazon Ember" charset="0"/>
                <a:cs typeface="Amazon Ember" charset="0"/>
              </a:rPr>
              <a:t>11:00 AM - 12:00 PM </a:t>
            </a:r>
          </a:p>
          <a:p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	Security for Complex Networks on AWS</a:t>
            </a:r>
          </a:p>
          <a:p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	Teri </a:t>
            </a:r>
            <a:r>
              <a:rPr lang="en-US" sz="2800" dirty="0" err="1">
                <a:latin typeface="Amazon Ember" charset="0"/>
                <a:ea typeface="Amazon Ember" charset="0"/>
                <a:cs typeface="Amazon Ember" charset="0"/>
              </a:rPr>
              <a:t>Radichel</a:t>
            </a:r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, Director of Security Strategy, WatchGuard</a:t>
            </a:r>
          </a:p>
          <a:p>
            <a:r>
              <a:rPr lang="en-US" sz="2800" b="1" dirty="0">
                <a:latin typeface="Amazon Ember" charset="0"/>
                <a:ea typeface="Amazon Ember" charset="0"/>
                <a:cs typeface="Amazon Ember" charset="0"/>
              </a:rPr>
              <a:t>1:15 - 2:15 PM </a:t>
            </a:r>
          </a:p>
          <a:p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	And the CFO Wept: AWS Cost Control</a:t>
            </a:r>
          </a:p>
          <a:p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	Corey Quinn, Editor</a:t>
            </a:r>
          </a:p>
          <a:p>
            <a:r>
              <a:rPr lang="en-US" sz="2800" b="1" dirty="0">
                <a:latin typeface="Amazon Ember" charset="0"/>
                <a:ea typeface="Amazon Ember" charset="0"/>
                <a:cs typeface="Amazon Ember" charset="0"/>
              </a:rPr>
              <a:t>2:30 - 3:30 PM</a:t>
            </a:r>
          </a:p>
          <a:p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	Learning AWS the Hard Way</a:t>
            </a:r>
          </a:p>
          <a:p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	Valentino </a:t>
            </a:r>
            <a:r>
              <a:rPr lang="en-US" sz="2800" dirty="0" err="1">
                <a:latin typeface="Amazon Ember" charset="0"/>
                <a:ea typeface="Amazon Ember" charset="0"/>
                <a:cs typeface="Amazon Ember" charset="0"/>
              </a:rPr>
              <a:t>Volonghi</a:t>
            </a:r>
            <a:r>
              <a:rPr lang="en-US" sz="2800" dirty="0">
                <a:latin typeface="Amazon Ember" charset="0"/>
                <a:ea typeface="Amazon Ember" charset="0"/>
                <a:cs typeface="Amazon Ember" charset="0"/>
              </a:rPr>
              <a:t>, CTO, </a:t>
            </a:r>
            <a:r>
              <a:rPr lang="en-US" sz="2800" dirty="0" err="1">
                <a:latin typeface="Amazon Ember" charset="0"/>
                <a:ea typeface="Amazon Ember" charset="0"/>
                <a:cs typeface="Amazon Ember" charset="0"/>
              </a:rPr>
              <a:t>AdRoll</a:t>
            </a:r>
            <a:endParaRPr lang="en-US" sz="2800" dirty="0">
              <a:latin typeface="Amazon Ember" charset="0"/>
              <a:ea typeface="Amazon Ember" charset="0"/>
              <a:cs typeface="Amazon Ember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54273" y="3868414"/>
            <a:ext cx="2958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mazon Ember" charset="0"/>
                <a:ea typeface="Amazon Ember" charset="0"/>
                <a:cs typeface="Amazon Ember" charset="0"/>
              </a:rPr>
              <a:t>TRACK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27223" y="3868414"/>
            <a:ext cx="2958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mazon Ember" charset="0"/>
                <a:ea typeface="Amazon Ember" charset="0"/>
                <a:cs typeface="Amazon Ember" charset="0"/>
              </a:rPr>
              <a:t>TRACK 2</a:t>
            </a:r>
          </a:p>
        </p:txBody>
      </p:sp>
    </p:spTree>
    <p:extLst>
      <p:ext uri="{BB962C8B-B14F-4D97-AF65-F5344CB8AC3E}">
        <p14:creationId xmlns:p14="http://schemas.microsoft.com/office/powerpoint/2010/main" val="179017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592118" y="3712520"/>
            <a:ext cx="23444708" cy="4738159"/>
          </a:xfrm>
        </p:spPr>
        <p:txBody>
          <a:bodyPr/>
          <a:lstStyle/>
          <a:p>
            <a:r>
              <a:rPr lang="en-US" sz="15000" dirty="0"/>
              <a:t>AWS Deck Template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1592118" y="8450679"/>
            <a:ext cx="21944566" cy="1300930"/>
          </a:xfrm>
        </p:spPr>
        <p:txBody>
          <a:bodyPr/>
          <a:lstStyle/>
          <a:p>
            <a:r>
              <a:rPr lang="en-US" dirty="0"/>
              <a:t>AWS CREATIVE STUDIO  </a:t>
            </a:r>
            <a:r>
              <a:rPr lang="en-US" b="0" dirty="0">
                <a:latin typeface="Amazon Ember Light" charset="0"/>
                <a:ea typeface="Amazon Ember Light" charset="0"/>
                <a:cs typeface="Amazon Ember Light" charset="0"/>
              </a:rPr>
              <a:t>|  </a:t>
            </a:r>
            <a:r>
              <a:rPr lang="en-US" dirty="0"/>
              <a:t>2018</a:t>
            </a:r>
          </a:p>
        </p:txBody>
      </p:sp>
    </p:spTree>
    <p:extLst>
      <p:ext uri="{BB962C8B-B14F-4D97-AF65-F5344CB8AC3E}">
        <p14:creationId xmlns:p14="http://schemas.microsoft.com/office/powerpoint/2010/main" val="3303444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Deck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6696" y="2691553"/>
            <a:ext cx="21880810" cy="8288378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Fonts, sizes, colors, and layouts are all pre-built in this template.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3734" i="1" dirty="0">
              <a:solidFill>
                <a:schemeClr val="tx1"/>
              </a:solidFill>
            </a:endParaRPr>
          </a:p>
          <a:p>
            <a:r>
              <a:rPr lang="en-US" sz="3734" i="1" dirty="0"/>
              <a:t>Please do not use shadows or outlines on shape elements. Limit color use for chart graphics to grayscale plus one accent color.</a:t>
            </a:r>
          </a:p>
        </p:txBody>
      </p:sp>
    </p:spTree>
    <p:extLst>
      <p:ext uri="{BB962C8B-B14F-4D97-AF65-F5344CB8AC3E}">
        <p14:creationId xmlns:p14="http://schemas.microsoft.com/office/powerpoint/2010/main" val="4193510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&amp; Paste 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pasting content from another presentation please paste using “</a:t>
            </a:r>
            <a:r>
              <a:rPr lang="en-US" dirty="0">
                <a:latin typeface="Amazon Ember" charset="0"/>
                <a:ea typeface="Amazon Ember" charset="0"/>
                <a:cs typeface="Amazon Ember" charset="0"/>
              </a:rPr>
              <a:t>Destination Theme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234438" y="4341386"/>
            <a:ext cx="21880810" cy="771336"/>
          </a:xfrm>
          <a:prstGeom prst="rect">
            <a:avLst/>
          </a:prstGeom>
        </p:spPr>
        <p:txBody>
          <a:bodyPr vert="horz" lIns="243840" tIns="121920" rIns="243840" bIns="1219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Tx/>
              <a:buNone/>
              <a:defRPr sz="2400" b="0" i="0" kern="1200">
                <a:solidFill>
                  <a:srgbClr val="4D4D4C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rgbClr val="4D4D4C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rgbClr val="4D4D4C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rgbClr val="4D4D4C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rgbClr val="4D4D4C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66" i="1" dirty="0">
                <a:solidFill>
                  <a:schemeClr val="accent2"/>
                </a:solidFill>
                <a:latin typeface="Amazon Ember" charset="0"/>
                <a:ea typeface="Amazon Ember" charset="0"/>
                <a:cs typeface="Amazon Ember" charset="0"/>
              </a:rPr>
              <a:t>Note: This works when copying entire slides from other presentations as long as the source presentation is also 16:9 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11398256" y="6157362"/>
            <a:ext cx="8468950" cy="6164039"/>
            <a:chOff x="4466831" y="2774306"/>
            <a:chExt cx="2397875" cy="1745269"/>
          </a:xfrm>
        </p:grpSpPr>
        <p:sp>
          <p:nvSpPr>
            <p:cNvPr id="30" name="TextBox 29"/>
            <p:cNvSpPr txBox="1"/>
            <p:nvPr/>
          </p:nvSpPr>
          <p:spPr>
            <a:xfrm>
              <a:off x="4616805" y="2774306"/>
              <a:ext cx="2247901" cy="17428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4000" b="1" spc="300" dirty="0">
                  <a:solidFill>
                    <a:schemeClr val="accent2"/>
                  </a:solidFill>
                  <a:latin typeface="Amazon Ember" charset="0"/>
                  <a:ea typeface="Amazon Ember" charset="0"/>
                  <a:cs typeface="Amazon Ember" charset="0"/>
                </a:rPr>
                <a:t>MAC</a:t>
              </a:r>
            </a:p>
          </p:txBody>
        </p:sp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3137" y="3003221"/>
              <a:ext cx="2023328" cy="914458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6831" y="3657044"/>
              <a:ext cx="735992" cy="862531"/>
            </a:xfrm>
            <a:prstGeom prst="rect">
              <a:avLst/>
            </a:prstGeom>
          </p:spPr>
        </p:pic>
      </p:grpSp>
      <p:grpSp>
        <p:nvGrpSpPr>
          <p:cNvPr id="33" name="Group 32"/>
          <p:cNvGrpSpPr/>
          <p:nvPr/>
        </p:nvGrpSpPr>
        <p:grpSpPr>
          <a:xfrm>
            <a:off x="1234438" y="6157359"/>
            <a:ext cx="8729516" cy="5960639"/>
            <a:chOff x="634684" y="2774303"/>
            <a:chExt cx="2471651" cy="1687679"/>
          </a:xfrm>
        </p:grpSpPr>
        <p:sp>
          <p:nvSpPr>
            <p:cNvPr id="34" name="TextBox 33"/>
            <p:cNvSpPr txBox="1"/>
            <p:nvPr/>
          </p:nvSpPr>
          <p:spPr>
            <a:xfrm>
              <a:off x="858434" y="2774303"/>
              <a:ext cx="2247901" cy="17428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4000" b="1" spc="300" dirty="0">
                  <a:solidFill>
                    <a:schemeClr val="accent2"/>
                  </a:solidFill>
                  <a:latin typeface="Amazon Ember" charset="0"/>
                  <a:ea typeface="Amazon Ember" charset="0"/>
                  <a:cs typeface="Amazon Ember" charset="0"/>
                </a:rPr>
                <a:t>WINDOWS</a:t>
              </a:r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434" y="3209081"/>
              <a:ext cx="1338752" cy="502738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684" y="3599451"/>
              <a:ext cx="735992" cy="8625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4592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&amp; Paste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When pasting content Code into a Code template please use the </a:t>
            </a:r>
          </a:p>
          <a:p>
            <a:r>
              <a:rPr lang="en-US" sz="4800" dirty="0"/>
              <a:t>“</a:t>
            </a:r>
            <a:r>
              <a:rPr lang="en-US" sz="4800" dirty="0">
                <a:latin typeface="Amazon Ember" charset="0"/>
                <a:ea typeface="Amazon Ember" charset="0"/>
                <a:cs typeface="Amazon Ember" charset="0"/>
              </a:rPr>
              <a:t>Keep Text Only Function</a:t>
            </a:r>
            <a:r>
              <a:rPr lang="en-US" sz="4800" dirty="0"/>
              <a:t>” for Windows and “</a:t>
            </a:r>
            <a:r>
              <a:rPr lang="en-US" sz="4800" dirty="0">
                <a:latin typeface="Amazon Ember" charset="0"/>
                <a:ea typeface="Amazon Ember" charset="0"/>
                <a:cs typeface="Amazon Ember" charset="0"/>
              </a:rPr>
              <a:t>Use Destination Theme</a:t>
            </a:r>
            <a:r>
              <a:rPr lang="en-US" sz="4800" dirty="0"/>
              <a:t>” for Mac</a:t>
            </a:r>
            <a:r>
              <a:rPr lang="en-US" sz="4800" b="1" dirty="0"/>
              <a:t>   </a:t>
            </a:r>
            <a:endParaRPr lang="en-US" sz="4800" dirty="0"/>
          </a:p>
          <a:p>
            <a:endParaRPr lang="en-US" sz="4800" dirty="0">
              <a:solidFill>
                <a:srgbClr val="737472"/>
              </a:solidFill>
            </a:endParaRPr>
          </a:p>
          <a:p>
            <a:endParaRPr lang="en-US" sz="4800" dirty="0">
              <a:solidFill>
                <a:srgbClr val="737472"/>
              </a:solidFill>
            </a:endParaRPr>
          </a:p>
          <a:p>
            <a:endParaRPr lang="en-US" sz="4800" dirty="0">
              <a:solidFill>
                <a:srgbClr val="737472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21877700" y="6424810"/>
            <a:ext cx="8468950" cy="6164039"/>
            <a:chOff x="4466831" y="2774306"/>
            <a:chExt cx="2397875" cy="1745269"/>
          </a:xfrm>
        </p:grpSpPr>
        <p:sp>
          <p:nvSpPr>
            <p:cNvPr id="22" name="TextBox 21"/>
            <p:cNvSpPr txBox="1"/>
            <p:nvPr/>
          </p:nvSpPr>
          <p:spPr>
            <a:xfrm>
              <a:off x="4616805" y="2774306"/>
              <a:ext cx="2247901" cy="17428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4000" b="1" spc="300" dirty="0">
                  <a:solidFill>
                    <a:schemeClr val="accent1"/>
                  </a:solidFill>
                  <a:latin typeface="Amazon Ember" charset="0"/>
                  <a:ea typeface="Amazon Ember" charset="0"/>
                  <a:cs typeface="Amazon Ember" charset="0"/>
                </a:rPr>
                <a:t>MAC</a:t>
              </a:r>
            </a:p>
          </p:txBody>
        </p: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3137" y="3003221"/>
              <a:ext cx="2023328" cy="914458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6831" y="3657044"/>
              <a:ext cx="735992" cy="862531"/>
            </a:xfrm>
            <a:prstGeom prst="rect">
              <a:avLst/>
            </a:prstGeom>
          </p:spPr>
        </p:pic>
      </p:grpSp>
      <p:grpSp>
        <p:nvGrpSpPr>
          <p:cNvPr id="33" name="Group 32"/>
          <p:cNvGrpSpPr/>
          <p:nvPr/>
        </p:nvGrpSpPr>
        <p:grpSpPr>
          <a:xfrm>
            <a:off x="11713882" y="6424807"/>
            <a:ext cx="8729516" cy="5960639"/>
            <a:chOff x="634684" y="2774303"/>
            <a:chExt cx="2471651" cy="1687679"/>
          </a:xfrm>
        </p:grpSpPr>
        <p:sp>
          <p:nvSpPr>
            <p:cNvPr id="34" name="TextBox 33"/>
            <p:cNvSpPr txBox="1"/>
            <p:nvPr/>
          </p:nvSpPr>
          <p:spPr>
            <a:xfrm>
              <a:off x="858434" y="2774303"/>
              <a:ext cx="2247901" cy="17428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4000" b="1" spc="300" dirty="0">
                  <a:solidFill>
                    <a:schemeClr val="accent1"/>
                  </a:solidFill>
                  <a:latin typeface="Amazon Ember" charset="0"/>
                  <a:ea typeface="Amazon Ember" charset="0"/>
                  <a:cs typeface="Amazon Ember" charset="0"/>
                </a:rPr>
                <a:t>WINDOWS</a:t>
              </a:r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434" y="3209081"/>
              <a:ext cx="1338752" cy="502738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684" y="3599451"/>
              <a:ext cx="735992" cy="8625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4573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+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8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Snippet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72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16182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9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32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column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52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column with graphics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6" name="Picture Placeholder 15"/>
          <p:cNvSpPr>
            <a:spLocks noGrp="1"/>
          </p:cNvSpPr>
          <p:nvPr>
            <p:ph type="pic" sz="quarter" idx="4294967295"/>
          </p:nvPr>
        </p:nvSpPr>
        <p:spPr>
          <a:xfrm>
            <a:off x="10915655" y="4278277"/>
            <a:ext cx="9398482" cy="4040715"/>
          </a:xfrm>
        </p:spPr>
      </p:sp>
      <p:sp>
        <p:nvSpPr>
          <p:cNvPr id="17" name="Picture Placeholder 16"/>
          <p:cNvSpPr>
            <a:spLocks noGrp="1"/>
          </p:cNvSpPr>
          <p:nvPr>
            <p:ph type="pic" sz="quarter" idx="4294967295"/>
          </p:nvPr>
        </p:nvSpPr>
        <p:spPr>
          <a:xfrm>
            <a:off x="20846819" y="4278277"/>
            <a:ext cx="9398482" cy="4040715"/>
          </a:xfrm>
        </p:spPr>
      </p:sp>
      <p:sp>
        <p:nvSpPr>
          <p:cNvPr id="18" name="Picture Placeholder 17"/>
          <p:cNvSpPr>
            <a:spLocks noGrp="1"/>
          </p:cNvSpPr>
          <p:nvPr>
            <p:ph type="pic" sz="quarter" idx="4294967295"/>
          </p:nvPr>
        </p:nvSpPr>
        <p:spPr>
          <a:xfrm>
            <a:off x="30835118" y="4278277"/>
            <a:ext cx="9398482" cy="4040715"/>
          </a:xfrm>
        </p:spPr>
      </p:sp>
    </p:spTree>
    <p:extLst>
      <p:ext uri="{BB962C8B-B14F-4D97-AF65-F5344CB8AC3E}">
        <p14:creationId xmlns:p14="http://schemas.microsoft.com/office/powerpoint/2010/main" val="220248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Six section with graphics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Image caption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1"/>
          </p:nvPr>
        </p:nvSpPr>
        <p:spPr/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Image caption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13"/>
          </p:nvPr>
        </p:nvSpPr>
        <p:spPr/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Image caption 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15"/>
          </p:nvPr>
        </p:nvSpPr>
        <p:spPr/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Image caption 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17"/>
          </p:nvPr>
        </p:nvSpPr>
        <p:spPr/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Image caption 5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19"/>
          </p:nvPr>
        </p:nvSpPr>
        <p:spPr/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Image caption 6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10" name="Picture Placeholder 9"/>
          <p:cNvSpPr>
            <a:spLocks noGrp="1"/>
          </p:cNvSpPr>
          <p:nvPr>
            <p:ph type="pic" sz="quarter" idx="21"/>
          </p:nvPr>
        </p:nvSpPr>
        <p:spPr/>
      </p:sp>
      <p:sp>
        <p:nvSpPr>
          <p:cNvPr id="11" name="Picture Placeholder 10"/>
          <p:cNvSpPr>
            <a:spLocks noGrp="1"/>
          </p:cNvSpPr>
          <p:nvPr>
            <p:ph type="pic" sz="quarter" idx="22"/>
          </p:nvPr>
        </p:nvSpPr>
        <p:spPr/>
      </p:sp>
      <p:sp>
        <p:nvSpPr>
          <p:cNvPr id="12" name="Picture Placeholder 11"/>
          <p:cNvSpPr>
            <a:spLocks noGrp="1"/>
          </p:cNvSpPr>
          <p:nvPr>
            <p:ph type="pic" sz="quarter" idx="23"/>
          </p:nvPr>
        </p:nvSpPr>
        <p:spPr/>
      </p:sp>
      <p:sp>
        <p:nvSpPr>
          <p:cNvPr id="13" name="Picture Placeholder 12"/>
          <p:cNvSpPr>
            <a:spLocks noGrp="1"/>
          </p:cNvSpPr>
          <p:nvPr>
            <p:ph type="pic" sz="quarter" idx="24"/>
          </p:nvPr>
        </p:nvSpPr>
        <p:spPr/>
      </p:sp>
      <p:sp>
        <p:nvSpPr>
          <p:cNvPr id="14" name="Picture Placeholder 13"/>
          <p:cNvSpPr>
            <a:spLocks noGrp="1"/>
          </p:cNvSpPr>
          <p:nvPr>
            <p:ph type="pic" sz="quarter" idx="4294967295"/>
          </p:nvPr>
        </p:nvSpPr>
        <p:spPr>
          <a:xfrm>
            <a:off x="29621876" y="8357554"/>
            <a:ext cx="8658225" cy="2935112"/>
          </a:xfrm>
        </p:spPr>
      </p:sp>
    </p:spTree>
    <p:extLst>
      <p:ext uri="{BB962C8B-B14F-4D97-AF65-F5344CB8AC3E}">
        <p14:creationId xmlns:p14="http://schemas.microsoft.com/office/powerpoint/2010/main" val="3284264482"/>
      </p:ext>
    </p:extLst>
  </p:cSld>
  <p:clrMapOvr>
    <a:masterClrMapping/>
  </p:clrMapOvr>
</p:sld>
</file>

<file path=ppt/theme/theme1.xml><?xml version="1.0" encoding="utf-8"?>
<a:theme xmlns:a="http://schemas.openxmlformats.org/drawingml/2006/main" name="DeckTemplate-AWS">
  <a:themeElements>
    <a:clrScheme name="AWSomeDay_Verdigris_Light">
      <a:dk1>
        <a:srgbClr val="FFFFFF"/>
      </a:dk1>
      <a:lt1>
        <a:srgbClr val="008296"/>
      </a:lt1>
      <a:dk2>
        <a:srgbClr val="36C2B3"/>
      </a:dk2>
      <a:lt2>
        <a:srgbClr val="FFEBB7"/>
      </a:lt2>
      <a:accent1>
        <a:srgbClr val="FF9900"/>
      </a:accent1>
      <a:accent2>
        <a:srgbClr val="232F3E"/>
      </a:accent2>
      <a:accent3>
        <a:srgbClr val="DDEEEE"/>
      </a:accent3>
      <a:accent4>
        <a:srgbClr val="B6B6B5"/>
      </a:accent4>
      <a:accent5>
        <a:srgbClr val="6E6E6E"/>
      </a:accent5>
      <a:accent6>
        <a:srgbClr val="DFE0DF"/>
      </a:accent6>
      <a:hlink>
        <a:srgbClr val="FFFFFF"/>
      </a:hlink>
      <a:folHlink>
        <a:srgbClr val="FFFFF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50000"/>
          </a:schemeClr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WS_Deck_Template.potx" id="{956C5B2E-0233-4212-9383-50A039694C0C}" vid="{0176EEA5-D87D-4097-B356-86DC884F45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6A3D6C04DFD740953BA1B2B9E62D60" ma:contentTypeVersion="0" ma:contentTypeDescription="Create a new document." ma:contentTypeScope="" ma:versionID="26617cd14cd3af163c0e97ff614e520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51A3258A-222C-4488-825E-7520D001FB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05B35A6-8B52-46A5-AE45-B98C6459DC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97C89A-FD0C-431E-81F6-90225B937683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1038</TotalTime>
  <Words>322</Words>
  <Application>Microsoft Office PowerPoint</Application>
  <PresentationFormat>Custom</PresentationFormat>
  <Paragraphs>63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Amazon Ember</vt:lpstr>
      <vt:lpstr>Amazon Ember Light</vt:lpstr>
      <vt:lpstr>Arial</vt:lpstr>
      <vt:lpstr>Calibri</vt:lpstr>
      <vt:lpstr>Lucida Console</vt:lpstr>
      <vt:lpstr>DeckTemplate-AWS</vt:lpstr>
      <vt:lpstr>PowerPoint Presentation</vt:lpstr>
      <vt:lpstr>PowerPoint Presentation</vt:lpstr>
      <vt:lpstr>PowerPoint Presentation</vt:lpstr>
      <vt:lpstr>Deck Guidelines</vt:lpstr>
      <vt:lpstr>Copy &amp; Paste Content</vt:lpstr>
      <vt:lpstr>Copy &amp; Paste Code</vt:lpstr>
      <vt:lpstr>Title + Content</vt:lpstr>
      <vt:lpstr>Code Snippet</vt:lpstr>
      <vt:lpstr>Section Title</vt:lpstr>
      <vt:lpstr>Two columns</vt:lpstr>
      <vt:lpstr>Comparison</vt:lpstr>
      <vt:lpstr>Three column</vt:lpstr>
      <vt:lpstr>Four column with graphics</vt:lpstr>
      <vt:lpstr>Six section with graphics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sumama zaeem</cp:lastModifiedBy>
  <cp:revision>99</cp:revision>
  <dcterms:created xsi:type="dcterms:W3CDTF">2015-11-23T23:45:57Z</dcterms:created>
  <dcterms:modified xsi:type="dcterms:W3CDTF">2021-09-27T19:15:38Z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0x010100D26A3D6C04DFD740953BA1B2B9E62D60</vt:lpwstr>
  </property>
</Properties>
</file>